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6"/>
  </p:notesMasterIdLst>
  <p:sldIdLst>
    <p:sldId id="256" r:id="rId2"/>
    <p:sldId id="259" r:id="rId3"/>
    <p:sldId id="314" r:id="rId4"/>
    <p:sldId id="315" r:id="rId5"/>
  </p:sldIdLst>
  <p:sldSz cx="9144000" cy="5143500" type="screen16x9"/>
  <p:notesSz cx="6858000" cy="9144000"/>
  <p:embeddedFontLst>
    <p:embeddedFont>
      <p:font typeface="Archivo" panose="020B0604020202020204" charset="0"/>
      <p:regular r:id="rId7"/>
      <p:bold r:id="rId8"/>
      <p:italic r:id="rId9"/>
      <p:boldItalic r:id="rId10"/>
    </p:embeddedFont>
    <p:embeddedFont>
      <p:font typeface="Lato" panose="020F0502020204030203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A1468A-5EAF-4E58-BC8A-1B53EE02621B}">
  <a:tblStyle styleId="{CFA1468A-5EAF-4E58-BC8A-1B53EE0262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279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0861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504375" y="401000"/>
            <a:ext cx="8156700" cy="4359600"/>
          </a:xfrm>
          <a:prstGeom prst="roundRect">
            <a:avLst>
              <a:gd name="adj" fmla="val 565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004400" y="1528800"/>
            <a:ext cx="713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307675" y="31389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9"/>
          <p:cNvPicPr preferRelativeResize="0"/>
          <p:nvPr/>
        </p:nvPicPr>
        <p:blipFill rotWithShape="1">
          <a:blip r:embed="rId2">
            <a:alphaModFix amt="6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9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"/>
          <p:cNvSpPr/>
          <p:nvPr/>
        </p:nvSpPr>
        <p:spPr>
          <a:xfrm>
            <a:off x="504375" y="401000"/>
            <a:ext cx="8156700" cy="4359600"/>
          </a:xfrm>
          <a:prstGeom prst="roundRect">
            <a:avLst>
              <a:gd name="adj" fmla="val 565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 rotWithShape="1">
          <a:blip r:embed="rId2">
            <a:alphaModFix amt="6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/>
          <p:nvPr/>
        </p:nvSpPr>
        <p:spPr>
          <a:xfrm>
            <a:off x="504375" y="401000"/>
            <a:ext cx="8156700" cy="4359600"/>
          </a:xfrm>
          <a:prstGeom prst="roundRect">
            <a:avLst>
              <a:gd name="adj" fmla="val 565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1"/>
          </p:nvPr>
        </p:nvSpPr>
        <p:spPr>
          <a:xfrm>
            <a:off x="4832081" y="1667625"/>
            <a:ext cx="3254100" cy="24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2"/>
          </p:nvPr>
        </p:nvSpPr>
        <p:spPr>
          <a:xfrm>
            <a:off x="1057900" y="1667625"/>
            <a:ext cx="3254100" cy="24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1"/>
          <p:cNvPicPr preferRelativeResize="0"/>
          <p:nvPr/>
        </p:nvPicPr>
        <p:blipFill rotWithShape="1">
          <a:blip r:embed="rId2">
            <a:alphaModFix amt="6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1"/>
          <p:cNvSpPr/>
          <p:nvPr/>
        </p:nvSpPr>
        <p:spPr>
          <a:xfrm>
            <a:off x="504375" y="401000"/>
            <a:ext cx="8156700" cy="4359600"/>
          </a:xfrm>
          <a:prstGeom prst="roundRect">
            <a:avLst>
              <a:gd name="adj" fmla="val 565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2"/>
          <p:cNvPicPr preferRelativeResize="0"/>
          <p:nvPr/>
        </p:nvPicPr>
        <p:blipFill rotWithShape="1">
          <a:blip r:embed="rId2">
            <a:alphaModFix amt="6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2"/>
          <p:cNvSpPr/>
          <p:nvPr/>
        </p:nvSpPr>
        <p:spPr>
          <a:xfrm>
            <a:off x="504375" y="401000"/>
            <a:ext cx="8156700" cy="4359600"/>
          </a:xfrm>
          <a:prstGeom prst="roundRect">
            <a:avLst>
              <a:gd name="adj" fmla="val 565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chivo"/>
              <a:buNone/>
              <a:defRPr sz="35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5" r:id="rId4"/>
    <p:sldLayoutId id="2147483677" r:id="rId5"/>
    <p:sldLayoutId id="214748367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>
            <a:spLocks noGrp="1"/>
          </p:cNvSpPr>
          <p:nvPr>
            <p:ph type="ctrTitle"/>
          </p:nvPr>
        </p:nvSpPr>
        <p:spPr>
          <a:xfrm>
            <a:off x="1004250" y="1470375"/>
            <a:ext cx="7135500" cy="113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CILESIA  DISPLAY</a:t>
            </a:r>
            <a:endParaRPr dirty="0"/>
          </a:p>
        </p:txBody>
      </p:sp>
      <p:sp>
        <p:nvSpPr>
          <p:cNvPr id="272" name="Google Shape;272;p36"/>
          <p:cNvSpPr txBox="1">
            <a:spLocks noGrp="1"/>
          </p:cNvSpPr>
          <p:nvPr>
            <p:ph type="subTitle" idx="1"/>
          </p:nvPr>
        </p:nvSpPr>
        <p:spPr>
          <a:xfrm>
            <a:off x="2307600" y="3874707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Leksioni</a:t>
            </a:r>
            <a:r>
              <a:rPr lang="en-GB" dirty="0"/>
              <a:t> 08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DCB142-12EA-4404-93AD-59D3E793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82" y="635793"/>
            <a:ext cx="6010836" cy="1006479"/>
          </a:xfrm>
        </p:spPr>
        <p:txBody>
          <a:bodyPr/>
          <a:lstStyle/>
          <a:p>
            <a:r>
              <a:rPr lang="en-GB" sz="3200" dirty="0" err="1"/>
              <a:t>Cfarë</a:t>
            </a:r>
            <a:r>
              <a:rPr lang="en-GB" sz="3200" dirty="0"/>
              <a:t> </a:t>
            </a:r>
            <a:r>
              <a:rPr lang="en-GB" sz="3200" dirty="0" err="1"/>
              <a:t>është</a:t>
            </a:r>
            <a:r>
              <a:rPr lang="en-GB" sz="3200" dirty="0"/>
              <a:t> </a:t>
            </a:r>
            <a:r>
              <a:rPr lang="en-GB" sz="3200" dirty="0" err="1"/>
              <a:t>një</a:t>
            </a:r>
            <a:r>
              <a:rPr lang="en-GB" sz="3200" dirty="0"/>
              <a:t> element “Block”?</a:t>
            </a:r>
          </a:p>
        </p:txBody>
      </p:sp>
      <p:sp>
        <p:nvSpPr>
          <p:cNvPr id="2" name="Google Shape;326;p41">
            <a:extLst>
              <a:ext uri="{FF2B5EF4-FFF2-40B4-BE49-F238E27FC236}">
                <a16:creationId xmlns:a16="http://schemas.microsoft.com/office/drawing/2014/main" id="{737BDAAB-6010-9827-2987-04E3778EDB7D}"/>
              </a:ext>
            </a:extLst>
          </p:cNvPr>
          <p:cNvSpPr txBox="1">
            <a:spLocks/>
          </p:cNvSpPr>
          <p:nvPr/>
        </p:nvSpPr>
        <p:spPr>
          <a:xfrm>
            <a:off x="650082" y="2571750"/>
            <a:ext cx="7708106" cy="929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“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Nje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element I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cili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mer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te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gjithë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rreshtin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per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vete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.” </a:t>
            </a:r>
            <a:endParaRPr lang="en-GB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DCB142-12EA-4404-93AD-59D3E793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82" y="635793"/>
            <a:ext cx="6010836" cy="1006479"/>
          </a:xfrm>
        </p:spPr>
        <p:txBody>
          <a:bodyPr/>
          <a:lstStyle/>
          <a:p>
            <a:r>
              <a:rPr lang="en-GB" sz="3200" dirty="0" err="1"/>
              <a:t>Cfarë</a:t>
            </a:r>
            <a:r>
              <a:rPr lang="en-GB" sz="3200" dirty="0"/>
              <a:t> </a:t>
            </a:r>
            <a:r>
              <a:rPr lang="en-GB" sz="3200" dirty="0" err="1"/>
              <a:t>është</a:t>
            </a:r>
            <a:r>
              <a:rPr lang="en-GB" sz="3200" dirty="0"/>
              <a:t> </a:t>
            </a:r>
            <a:r>
              <a:rPr lang="en-GB" sz="3200" dirty="0" err="1"/>
              <a:t>një</a:t>
            </a:r>
            <a:r>
              <a:rPr lang="en-GB" sz="3200" dirty="0"/>
              <a:t> element “inline-block”</a:t>
            </a:r>
          </a:p>
        </p:txBody>
      </p:sp>
      <p:sp>
        <p:nvSpPr>
          <p:cNvPr id="2" name="Google Shape;326;p41">
            <a:extLst>
              <a:ext uri="{FF2B5EF4-FFF2-40B4-BE49-F238E27FC236}">
                <a16:creationId xmlns:a16="http://schemas.microsoft.com/office/drawing/2014/main" id="{737BDAAB-6010-9827-2987-04E3778EDB7D}"/>
              </a:ext>
            </a:extLst>
          </p:cNvPr>
          <p:cNvSpPr txBox="1">
            <a:spLocks/>
          </p:cNvSpPr>
          <p:nvPr/>
        </p:nvSpPr>
        <p:spPr>
          <a:xfrm>
            <a:off x="828676" y="2571750"/>
            <a:ext cx="7708106" cy="929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“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Një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element I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cili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mer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hapësirën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që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I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mjafton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.”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5314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DCB142-12EA-4404-93AD-59D3E793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82" y="307181"/>
            <a:ext cx="6010836" cy="1006479"/>
          </a:xfrm>
        </p:spPr>
        <p:txBody>
          <a:bodyPr/>
          <a:lstStyle/>
          <a:p>
            <a:r>
              <a:rPr lang="en-GB" sz="3200" dirty="0" err="1"/>
              <a:t>Cilësia</a:t>
            </a:r>
            <a:r>
              <a:rPr lang="en-GB" sz="3200" dirty="0"/>
              <a:t> Display</a:t>
            </a:r>
          </a:p>
        </p:txBody>
      </p:sp>
      <p:sp>
        <p:nvSpPr>
          <p:cNvPr id="2" name="Google Shape;326;p41">
            <a:extLst>
              <a:ext uri="{FF2B5EF4-FFF2-40B4-BE49-F238E27FC236}">
                <a16:creationId xmlns:a16="http://schemas.microsoft.com/office/drawing/2014/main" id="{737BDAAB-6010-9827-2987-04E3778EDB7D}"/>
              </a:ext>
            </a:extLst>
          </p:cNvPr>
          <p:cNvSpPr txBox="1">
            <a:spLocks/>
          </p:cNvSpPr>
          <p:nvPr/>
        </p:nvSpPr>
        <p:spPr>
          <a:xfrm>
            <a:off x="732234" y="3545760"/>
            <a:ext cx="7947422" cy="929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Cilësia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display ne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lejon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të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zgjedhim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nëse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sz="2800" b="0" i="0">
                <a:solidFill>
                  <a:srgbClr val="374151"/>
                </a:solidFill>
                <a:effectLst/>
                <a:latin typeface="Söhne"/>
              </a:rPr>
              <a:t>një 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element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specifik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do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të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shfaqet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si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block </a:t>
            </a:r>
            <a:r>
              <a:rPr lang="en-GB" sz="2800" b="0" i="0" dirty="0" err="1">
                <a:solidFill>
                  <a:srgbClr val="374151"/>
                </a:solidFill>
                <a:effectLst/>
                <a:latin typeface="Söhne"/>
              </a:rPr>
              <a:t>ose</a:t>
            </a:r>
            <a:r>
              <a:rPr lang="en-GB" sz="2800" b="0" i="0" dirty="0">
                <a:solidFill>
                  <a:srgbClr val="374151"/>
                </a:solidFill>
                <a:effectLst/>
                <a:latin typeface="Söhne"/>
              </a:rPr>
              <a:t> inline-block.</a:t>
            </a:r>
            <a:endParaRPr lang="en-GB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2AC616-D5CE-D244-18CF-A4D7C9F8C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035" y="2519402"/>
            <a:ext cx="3242586" cy="888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C8219D-8E8A-CBAB-479F-17595CCCC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035" y="1421636"/>
            <a:ext cx="3223018" cy="95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074166"/>
      </p:ext>
    </p:extLst>
  </p:cSld>
  <p:clrMapOvr>
    <a:masterClrMapping/>
  </p:clrMapOvr>
</p:sld>
</file>

<file path=ppt/theme/theme1.xml><?xml version="1.0" encoding="utf-8"?>
<a:theme xmlns:a="http://schemas.openxmlformats.org/drawingml/2006/main" name="Cell Biology - Bachelor of Science in Human Biology by Slidesgo">
  <a:themeElements>
    <a:clrScheme name="Simple Light">
      <a:dk1>
        <a:srgbClr val="0C0255"/>
      </a:dk1>
      <a:lt1>
        <a:srgbClr val="CFEEFF"/>
      </a:lt1>
      <a:dk2>
        <a:srgbClr val="AAE2DC"/>
      </a:dk2>
      <a:lt2>
        <a:srgbClr val="FFFFFF"/>
      </a:lt2>
      <a:accent1>
        <a:srgbClr val="203EA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C02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61</Words>
  <Application>Microsoft Office PowerPoint</Application>
  <PresentationFormat>On-screen Show (16:9)</PresentationFormat>
  <Paragraphs>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Archivo</vt:lpstr>
      <vt:lpstr>Söhne</vt:lpstr>
      <vt:lpstr>Lato</vt:lpstr>
      <vt:lpstr>Cell Biology - Bachelor of Science in Human Biology by Slidesgo</vt:lpstr>
      <vt:lpstr>CILESIA  DISPLAY</vt:lpstr>
      <vt:lpstr>Cfarë është një element “Block”?</vt:lpstr>
      <vt:lpstr>Cfarë është një element “inline-block”</vt:lpstr>
      <vt:lpstr>Cilësia Display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IMAZHET DHE TEKST BOKSET</dc:title>
  <cp:lastModifiedBy>Sabian Zhupa</cp:lastModifiedBy>
  <cp:revision>4</cp:revision>
  <dcterms:modified xsi:type="dcterms:W3CDTF">2023-11-09T10:53:20Z</dcterms:modified>
</cp:coreProperties>
</file>