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7"/>
  </p:notesMasterIdLst>
  <p:sldIdLst>
    <p:sldId id="256" r:id="rId2"/>
    <p:sldId id="259" r:id="rId3"/>
    <p:sldId id="311" r:id="rId4"/>
    <p:sldId id="312" r:id="rId5"/>
    <p:sldId id="313" r:id="rId6"/>
  </p:sldIdLst>
  <p:sldSz cx="9144000" cy="5143500" type="screen16x9"/>
  <p:notesSz cx="6858000" cy="9144000"/>
  <p:embeddedFontLst>
    <p:embeddedFont>
      <p:font typeface="Archivo" panose="020B0604020202020204" charset="0"/>
      <p:regular r:id="rId8"/>
      <p:bold r:id="rId9"/>
      <p:italic r:id="rId10"/>
      <p:boldItalic r:id="rId11"/>
    </p:embeddedFont>
    <p:embeddedFont>
      <p:font typeface="Lato" panose="020F0502020204030203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A1468A-5EAF-4E58-BC8A-1B53EE02621B}">
  <a:tblStyle styleId="{CFA1468A-5EAF-4E58-BC8A-1B53EE0262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0844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8638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4998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504375" y="401000"/>
            <a:ext cx="8156700" cy="4359600"/>
          </a:xfrm>
          <a:prstGeom prst="roundRect">
            <a:avLst>
              <a:gd name="adj" fmla="val 565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004400" y="1528800"/>
            <a:ext cx="7135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307675" y="31389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9"/>
          <p:cNvPicPr preferRelativeResize="0"/>
          <p:nvPr/>
        </p:nvPicPr>
        <p:blipFill rotWithShape="1">
          <a:blip r:embed="rId2">
            <a:alphaModFix amt="6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9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9"/>
          <p:cNvSpPr/>
          <p:nvPr/>
        </p:nvSpPr>
        <p:spPr>
          <a:xfrm>
            <a:off x="504375" y="401000"/>
            <a:ext cx="8156700" cy="4359600"/>
          </a:xfrm>
          <a:prstGeom prst="roundRect">
            <a:avLst>
              <a:gd name="adj" fmla="val 565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2135550" y="165548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1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/>
          <p:cNvPicPr preferRelativeResize="0"/>
          <p:nvPr/>
        </p:nvPicPr>
        <p:blipFill rotWithShape="1">
          <a:blip r:embed="rId2">
            <a:alphaModFix amt="6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/>
          <p:nvPr/>
        </p:nvSpPr>
        <p:spPr>
          <a:xfrm>
            <a:off x="504375" y="401000"/>
            <a:ext cx="8156700" cy="4359600"/>
          </a:xfrm>
          <a:prstGeom prst="roundRect">
            <a:avLst>
              <a:gd name="adj" fmla="val 565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ubTitle" idx="1"/>
          </p:nvPr>
        </p:nvSpPr>
        <p:spPr>
          <a:xfrm>
            <a:off x="4832081" y="1667625"/>
            <a:ext cx="3254100" cy="24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subTitle" idx="2"/>
          </p:nvPr>
        </p:nvSpPr>
        <p:spPr>
          <a:xfrm>
            <a:off x="1057900" y="1667625"/>
            <a:ext cx="3254100" cy="24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1"/>
          <p:cNvPicPr preferRelativeResize="0"/>
          <p:nvPr/>
        </p:nvPicPr>
        <p:blipFill rotWithShape="1">
          <a:blip r:embed="rId2">
            <a:alphaModFix amt="6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1"/>
          <p:cNvSpPr/>
          <p:nvPr/>
        </p:nvSpPr>
        <p:spPr>
          <a:xfrm>
            <a:off x="504375" y="401000"/>
            <a:ext cx="8156700" cy="4359600"/>
          </a:xfrm>
          <a:prstGeom prst="roundRect">
            <a:avLst>
              <a:gd name="adj" fmla="val 565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2"/>
          <p:cNvPicPr preferRelativeResize="0"/>
          <p:nvPr/>
        </p:nvPicPr>
        <p:blipFill rotWithShape="1">
          <a:blip r:embed="rId2">
            <a:alphaModFix amt="6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2"/>
          <p:cNvSpPr/>
          <p:nvPr/>
        </p:nvSpPr>
        <p:spPr>
          <a:xfrm>
            <a:off x="504375" y="401000"/>
            <a:ext cx="8156700" cy="4359600"/>
          </a:xfrm>
          <a:prstGeom prst="roundRect">
            <a:avLst>
              <a:gd name="adj" fmla="val 565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None/>
              <a:defRPr sz="35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None/>
              <a:defRPr sz="35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None/>
              <a:defRPr sz="35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None/>
              <a:defRPr sz="35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None/>
              <a:defRPr sz="35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None/>
              <a:defRPr sz="35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None/>
              <a:defRPr sz="35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None/>
              <a:defRPr sz="35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None/>
              <a:defRPr sz="35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5" r:id="rId4"/>
    <p:sldLayoutId id="2147483677" r:id="rId5"/>
    <p:sldLayoutId id="2147483678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 txBox="1">
            <a:spLocks noGrp="1"/>
          </p:cNvSpPr>
          <p:nvPr>
            <p:ph type="ctrTitle"/>
          </p:nvPr>
        </p:nvSpPr>
        <p:spPr>
          <a:xfrm>
            <a:off x="1004400" y="1528800"/>
            <a:ext cx="7135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IMAZHET DHE TEKST BOKSET</a:t>
            </a:r>
            <a:endParaRPr dirty="0"/>
          </a:p>
        </p:txBody>
      </p:sp>
      <p:sp>
        <p:nvSpPr>
          <p:cNvPr id="272" name="Google Shape;272;p36"/>
          <p:cNvSpPr txBox="1">
            <a:spLocks noGrp="1"/>
          </p:cNvSpPr>
          <p:nvPr>
            <p:ph type="subTitle" idx="1"/>
          </p:nvPr>
        </p:nvSpPr>
        <p:spPr>
          <a:xfrm>
            <a:off x="2307675" y="31389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Leksioni</a:t>
            </a:r>
            <a:r>
              <a:rPr lang="en-GB" dirty="0"/>
              <a:t> 07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DCB142-12EA-4404-93AD-59D3E793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582" y="732866"/>
            <a:ext cx="6010836" cy="530788"/>
          </a:xfrm>
        </p:spPr>
        <p:txBody>
          <a:bodyPr/>
          <a:lstStyle/>
          <a:p>
            <a:r>
              <a:rPr lang="en-GB" sz="3200" dirty="0"/>
              <a:t>Si </a:t>
            </a:r>
            <a:r>
              <a:rPr lang="en-GB" sz="3200" dirty="0" err="1"/>
              <a:t>te</a:t>
            </a:r>
            <a:r>
              <a:rPr lang="en-GB" sz="3200" dirty="0"/>
              <a:t> </a:t>
            </a:r>
            <a:r>
              <a:rPr lang="en-GB" sz="3200" dirty="0" err="1"/>
              <a:t>krijojme</a:t>
            </a:r>
            <a:r>
              <a:rPr lang="en-GB" sz="3200" dirty="0"/>
              <a:t> </a:t>
            </a:r>
            <a:r>
              <a:rPr lang="en-GB" sz="3200" dirty="0" err="1"/>
              <a:t>nje</a:t>
            </a:r>
            <a:r>
              <a:rPr lang="en-GB" sz="3200" dirty="0"/>
              <a:t> </a:t>
            </a:r>
            <a:r>
              <a:rPr lang="en-GB" sz="3200" dirty="0" err="1"/>
              <a:t>imazh</a:t>
            </a:r>
            <a:r>
              <a:rPr lang="en-GB" sz="32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D64626-60BF-4EAB-94E5-94476D6A6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049" y="1808785"/>
            <a:ext cx="4667901" cy="17814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DCB142-12EA-4404-93AD-59D3E793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582" y="732866"/>
            <a:ext cx="6010836" cy="530788"/>
          </a:xfrm>
        </p:spPr>
        <p:txBody>
          <a:bodyPr/>
          <a:lstStyle/>
          <a:p>
            <a:r>
              <a:rPr lang="en-GB" sz="3200" dirty="0" err="1"/>
              <a:t>Cilesia</a:t>
            </a:r>
            <a:r>
              <a:rPr lang="en-GB" sz="3200" dirty="0"/>
              <a:t> object-fit</a:t>
            </a:r>
          </a:p>
        </p:txBody>
      </p:sp>
      <p:sp>
        <p:nvSpPr>
          <p:cNvPr id="4" name="Google Shape;326;p41">
            <a:extLst>
              <a:ext uri="{FF2B5EF4-FFF2-40B4-BE49-F238E27FC236}">
                <a16:creationId xmlns:a16="http://schemas.microsoft.com/office/drawing/2014/main" id="{69DD8D49-009D-43E9-B22A-985C77FC6F1B}"/>
              </a:ext>
            </a:extLst>
          </p:cNvPr>
          <p:cNvSpPr txBox="1">
            <a:spLocks/>
          </p:cNvSpPr>
          <p:nvPr/>
        </p:nvSpPr>
        <p:spPr>
          <a:xfrm>
            <a:off x="2085447" y="1196418"/>
            <a:ext cx="4973106" cy="7265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 err="1"/>
              <a:t>Eshte</a:t>
            </a:r>
            <a:r>
              <a:rPr lang="en-GB" dirty="0"/>
              <a:t> </a:t>
            </a:r>
            <a:r>
              <a:rPr lang="en-GB" dirty="0" err="1"/>
              <a:t>nje</a:t>
            </a:r>
            <a:r>
              <a:rPr lang="en-GB" dirty="0"/>
              <a:t> </a:t>
            </a:r>
            <a:r>
              <a:rPr lang="en-GB" dirty="0" err="1"/>
              <a:t>cilesi</a:t>
            </a:r>
            <a:r>
              <a:rPr lang="en-GB" dirty="0"/>
              <a:t> </a:t>
            </a:r>
            <a:r>
              <a:rPr lang="en-GB" dirty="0" err="1"/>
              <a:t>css</a:t>
            </a:r>
            <a:r>
              <a:rPr lang="en-GB" dirty="0"/>
              <a:t> per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caktuar</a:t>
            </a:r>
            <a:r>
              <a:rPr lang="en-GB" dirty="0"/>
              <a:t> se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nje</a:t>
            </a:r>
            <a:r>
              <a:rPr lang="en-GB" dirty="0"/>
              <a:t> </a:t>
            </a:r>
            <a:r>
              <a:rPr lang="en-GB" dirty="0" err="1"/>
              <a:t>nje</a:t>
            </a:r>
            <a:r>
              <a:rPr lang="en-GB" dirty="0"/>
              <a:t> </a:t>
            </a:r>
            <a:r>
              <a:rPr lang="en-GB" dirty="0" err="1"/>
              <a:t>imazh</a:t>
            </a:r>
            <a:r>
              <a:rPr lang="en-GB" dirty="0"/>
              <a:t> </a:t>
            </a:r>
            <a:r>
              <a:rPr lang="en-GB" dirty="0" err="1"/>
              <a:t>duhet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pershtatet</a:t>
            </a:r>
            <a:r>
              <a:rPr lang="en-GB" dirty="0"/>
              <a:t> ne </a:t>
            </a:r>
            <a:r>
              <a:rPr lang="en-GB" dirty="0" err="1"/>
              <a:t>hapesiren</a:t>
            </a:r>
            <a:r>
              <a:rPr lang="en-GB" dirty="0"/>
              <a:t> e </a:t>
            </a:r>
            <a:r>
              <a:rPr lang="en-GB" dirty="0" err="1"/>
              <a:t>caktuar</a:t>
            </a:r>
            <a:r>
              <a:rPr lang="en-GB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94961E-BF78-4171-AACE-9CB7BA7E1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92" y="2259784"/>
            <a:ext cx="2017058" cy="487998"/>
          </a:xfrm>
          <a:prstGeom prst="rect">
            <a:avLst/>
          </a:prstGeom>
        </p:spPr>
      </p:pic>
      <p:sp>
        <p:nvSpPr>
          <p:cNvPr id="8" name="Google Shape;326;p41">
            <a:extLst>
              <a:ext uri="{FF2B5EF4-FFF2-40B4-BE49-F238E27FC236}">
                <a16:creationId xmlns:a16="http://schemas.microsoft.com/office/drawing/2014/main" id="{52D3CD72-1E4F-4C5C-B502-53659346C78B}"/>
              </a:ext>
            </a:extLst>
          </p:cNvPr>
          <p:cNvSpPr txBox="1">
            <a:spLocks/>
          </p:cNvSpPr>
          <p:nvPr/>
        </p:nvSpPr>
        <p:spPr>
          <a:xfrm>
            <a:off x="3188184" y="2140527"/>
            <a:ext cx="4973106" cy="7265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Imazhi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do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të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plotësojë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plotësisht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hapësirën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e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caktuar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, duke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deformuar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imazhin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nëse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është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e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nevojshme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  <a:endParaRPr lang="en-GB" dirty="0"/>
          </a:p>
        </p:txBody>
      </p:sp>
      <p:sp>
        <p:nvSpPr>
          <p:cNvPr id="10" name="Google Shape;326;p41">
            <a:extLst>
              <a:ext uri="{FF2B5EF4-FFF2-40B4-BE49-F238E27FC236}">
                <a16:creationId xmlns:a16="http://schemas.microsoft.com/office/drawing/2014/main" id="{1331C492-F3E1-4551-B2D0-83955CD2A65D}"/>
              </a:ext>
            </a:extLst>
          </p:cNvPr>
          <p:cNvSpPr txBox="1">
            <a:spLocks/>
          </p:cNvSpPr>
          <p:nvPr/>
        </p:nvSpPr>
        <p:spPr>
          <a:xfrm>
            <a:off x="3188184" y="2871277"/>
            <a:ext cx="4973106" cy="7265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Imazhi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do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te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pershtatet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ne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hapesiren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e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caktuar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duke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mbajtur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proporcionet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e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tij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dhe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duke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lene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hapesira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nese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eshte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e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nevojshme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  <a:endParaRPr lang="en-GB" dirty="0"/>
          </a:p>
        </p:txBody>
      </p:sp>
      <p:sp>
        <p:nvSpPr>
          <p:cNvPr id="12" name="Google Shape;326;p41">
            <a:extLst>
              <a:ext uri="{FF2B5EF4-FFF2-40B4-BE49-F238E27FC236}">
                <a16:creationId xmlns:a16="http://schemas.microsoft.com/office/drawing/2014/main" id="{B0778D87-61F0-490E-A4E7-F10993D25DF6}"/>
              </a:ext>
            </a:extLst>
          </p:cNvPr>
          <p:cNvSpPr txBox="1">
            <a:spLocks/>
          </p:cNvSpPr>
          <p:nvPr/>
        </p:nvSpPr>
        <p:spPr>
          <a:xfrm>
            <a:off x="3188184" y="3597788"/>
            <a:ext cx="4973106" cy="7265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Imazhi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do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të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mbulojë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plotësisht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hapësirën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e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caktuar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, duke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ruajtur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proporcionet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e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origjinalit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5F24ED-4F27-4118-BCFC-368E96E53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45" y="2986664"/>
            <a:ext cx="2049851" cy="4607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B084072-6972-4F8A-A910-94B4ADABC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345" y="3664734"/>
            <a:ext cx="2060203" cy="56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343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DCB142-12EA-4404-93AD-59D3E793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582" y="732866"/>
            <a:ext cx="6010836" cy="530788"/>
          </a:xfrm>
        </p:spPr>
        <p:txBody>
          <a:bodyPr/>
          <a:lstStyle/>
          <a:p>
            <a:r>
              <a:rPr lang="en-GB" sz="3200" dirty="0" err="1"/>
              <a:t>Cilesia</a:t>
            </a:r>
            <a:r>
              <a:rPr lang="en-GB" sz="3200" dirty="0"/>
              <a:t> object-position</a:t>
            </a:r>
          </a:p>
        </p:txBody>
      </p:sp>
      <p:sp>
        <p:nvSpPr>
          <p:cNvPr id="4" name="Google Shape;326;p41">
            <a:extLst>
              <a:ext uri="{FF2B5EF4-FFF2-40B4-BE49-F238E27FC236}">
                <a16:creationId xmlns:a16="http://schemas.microsoft.com/office/drawing/2014/main" id="{69DD8D49-009D-43E9-B22A-985C77FC6F1B}"/>
              </a:ext>
            </a:extLst>
          </p:cNvPr>
          <p:cNvSpPr txBox="1">
            <a:spLocks/>
          </p:cNvSpPr>
          <p:nvPr/>
        </p:nvSpPr>
        <p:spPr>
          <a:xfrm>
            <a:off x="2085447" y="1398124"/>
            <a:ext cx="4973106" cy="6189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Eshte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nje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cilesi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CSS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qe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perdoret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per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te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caktuar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pozicionin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e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nje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b="0" i="0" dirty="0" err="1">
                <a:solidFill>
                  <a:srgbClr val="374151"/>
                </a:solidFill>
                <a:effectLst/>
                <a:latin typeface="Söhne"/>
              </a:rPr>
              <a:t>imazhi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A4C4DB-F118-4D90-8058-907EC64EA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047" y="2571750"/>
            <a:ext cx="4087906" cy="106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84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DCB142-12EA-4404-93AD-59D3E793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582" y="732866"/>
            <a:ext cx="6010836" cy="530788"/>
          </a:xfrm>
        </p:spPr>
        <p:txBody>
          <a:bodyPr/>
          <a:lstStyle/>
          <a:p>
            <a:r>
              <a:rPr lang="en-GB" sz="3200" dirty="0"/>
              <a:t>Si </a:t>
            </a:r>
            <a:r>
              <a:rPr lang="en-GB" sz="3200" dirty="0" err="1"/>
              <a:t>te</a:t>
            </a:r>
            <a:r>
              <a:rPr lang="en-GB" sz="3200" dirty="0"/>
              <a:t> </a:t>
            </a:r>
            <a:r>
              <a:rPr lang="en-GB" sz="3200" dirty="0" err="1"/>
              <a:t>krijojme</a:t>
            </a:r>
            <a:r>
              <a:rPr lang="en-GB" sz="3200" dirty="0"/>
              <a:t> </a:t>
            </a:r>
            <a:r>
              <a:rPr lang="en-GB" sz="3200" dirty="0" err="1"/>
              <a:t>nje</a:t>
            </a:r>
            <a:r>
              <a:rPr lang="en-GB" sz="3200" dirty="0"/>
              <a:t> </a:t>
            </a:r>
            <a:r>
              <a:rPr lang="en-GB" sz="3200" dirty="0" err="1"/>
              <a:t>tekst</a:t>
            </a:r>
            <a:r>
              <a:rPr lang="en-GB" sz="3200" dirty="0"/>
              <a:t> </a:t>
            </a:r>
            <a:r>
              <a:rPr lang="en-GB" sz="3200" dirty="0" err="1"/>
              <a:t>boks</a:t>
            </a:r>
            <a:endParaRPr lang="en-GB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2908EC-A471-4E62-A2EF-98BB33730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372" y="2064123"/>
            <a:ext cx="4223256" cy="15531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1009793"/>
      </p:ext>
    </p:extLst>
  </p:cSld>
  <p:clrMapOvr>
    <a:masterClrMapping/>
  </p:clrMapOvr>
</p:sld>
</file>

<file path=ppt/theme/theme1.xml><?xml version="1.0" encoding="utf-8"?>
<a:theme xmlns:a="http://schemas.openxmlformats.org/drawingml/2006/main" name="Cell Biology - Bachelor of Science in Human Biology by Slidesgo">
  <a:themeElements>
    <a:clrScheme name="Simple Light">
      <a:dk1>
        <a:srgbClr val="0C0255"/>
      </a:dk1>
      <a:lt1>
        <a:srgbClr val="CFEEFF"/>
      </a:lt1>
      <a:dk2>
        <a:srgbClr val="AAE2DC"/>
      </a:dk2>
      <a:lt2>
        <a:srgbClr val="FFFFFF"/>
      </a:lt2>
      <a:accent1>
        <a:srgbClr val="203EA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C02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110</Words>
  <Application>Microsoft Office PowerPoint</Application>
  <PresentationFormat>On-screen Show (16:9)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Söhne</vt:lpstr>
      <vt:lpstr>Archivo</vt:lpstr>
      <vt:lpstr>Arial</vt:lpstr>
      <vt:lpstr>Lato</vt:lpstr>
      <vt:lpstr>Cell Biology - Bachelor of Science in Human Biology by Slidesgo</vt:lpstr>
      <vt:lpstr>IMAZHET DHE TEKST BOKSET</vt:lpstr>
      <vt:lpstr>Si te krijojme nje imazh.</vt:lpstr>
      <vt:lpstr>Cilesia object-fit</vt:lpstr>
      <vt:lpstr>Cilesia object-position</vt:lpstr>
      <vt:lpstr>Si te krijojme nje tekst boks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IMAZHET DHE TEKST BOKSET</dc:title>
  <cp:lastModifiedBy>Sabian Zhupa</cp:lastModifiedBy>
  <cp:revision>3</cp:revision>
  <dcterms:modified xsi:type="dcterms:W3CDTF">2024-02-03T11:10:03Z</dcterms:modified>
</cp:coreProperties>
</file>