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6" r:id="rId1"/>
  </p:sldMasterIdLst>
  <p:notesMasterIdLst>
    <p:notesMasterId r:id="rId14"/>
  </p:notesMasterIdLst>
  <p:sldIdLst>
    <p:sldId id="256" r:id="rId2"/>
    <p:sldId id="259" r:id="rId3"/>
    <p:sldId id="257" r:id="rId4"/>
    <p:sldId id="311" r:id="rId5"/>
    <p:sldId id="312" r:id="rId6"/>
    <p:sldId id="313" r:id="rId7"/>
    <p:sldId id="260" r:id="rId8"/>
    <p:sldId id="314" r:id="rId9"/>
    <p:sldId id="315" r:id="rId10"/>
    <p:sldId id="316" r:id="rId11"/>
    <p:sldId id="258" r:id="rId12"/>
    <p:sldId id="261" r:id="rId13"/>
  </p:sldIdLst>
  <p:sldSz cx="9144000" cy="5143500" type="screen16x9"/>
  <p:notesSz cx="6858000" cy="9144000"/>
  <p:embeddedFontLst>
    <p:embeddedFont>
      <p:font typeface="Anaheim" panose="020B0604020202020204" charset="0"/>
      <p:regular r:id="rId15"/>
    </p:embeddedFont>
    <p:embeddedFont>
      <p:font typeface="Bebas Neue" panose="020B0606020202050201" pitchFamily="34" charset="0"/>
      <p:regular r:id="rId16"/>
    </p:embeddedFont>
    <p:embeddedFont>
      <p:font typeface="Comfortaa" panose="020B0604020202020204" charset="0"/>
      <p:regular r:id="rId17"/>
      <p:bold r:id="rId18"/>
    </p:embeddedFont>
    <p:embeddedFont>
      <p:font typeface="Fira Code" panose="020B0809050000020004" pitchFamily="49" charset="0"/>
      <p:regular r:id="rId19"/>
      <p:bold r:id="rId20"/>
    </p:embeddedFont>
    <p:embeddedFont>
      <p:font typeface="Nunito Light" pitchFamily="2" charset="0"/>
      <p:regular r:id="rId21"/>
      <p:italic r:id="rId22"/>
    </p:embeddedFont>
    <p:embeddedFont>
      <p:font typeface="Source Code Pro" panose="020B0509030403020204" pitchFamily="49" charset="0"/>
      <p:regular r:id="rId23"/>
      <p:bold r:id="rId24"/>
      <p:italic r:id="rId25"/>
      <p:boldItalic r:id="rId2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9B59896-A37F-440F-B615-159CA549B64A}">
  <a:tblStyle styleId="{39B59896-A37F-440F-B615-159CA549B64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053D5152-49B1-4892-BBB4-A8E30F6E2044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2" d="100"/>
          <a:sy n="102" d="100"/>
        </p:scale>
        <p:origin x="89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26" Type="http://schemas.openxmlformats.org/officeDocument/2006/relationships/font" Target="fonts/font12.fntdata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font" Target="fonts/font11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0.fntdata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font" Target="fonts/font9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8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4dfce81f19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6" name="Google Shape;236;g4dfce81f19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g54dda1946d_6_2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0" name="Google Shape;350;g54dda1946d_6_2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213be7910b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5" name="Google Shape;295;g213be7910ba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213be7910b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5" name="Google Shape;295;g213be7910ba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9513526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213be7910b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5" name="Google Shape;295;g213be7910ba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5104454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213be7910b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5" name="Google Shape;295;g213be7910ba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3882709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g54dda1946d_6_3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4" name="Google Shape;404;g54dda1946d_6_3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g54dda1946d_6_3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4" name="Google Shape;404;g54dda1946d_6_3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8127951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g54dda1946d_6_3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4" name="Google Shape;404;g54dda1946d_6_3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5483360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g54dda1946d_6_3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4" name="Google Shape;404;g54dda1946d_6_3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3814072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gd431007ba2_0_2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4" name="Google Shape;304;gd431007ba2_0_2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 i="1">
              <a:solidFill>
                <a:srgbClr val="595959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g14072739ea5_1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9" name="Google Shape;429;g14072739ea5_1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2735500" y="1258850"/>
            <a:ext cx="5797500" cy="2038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40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2735500" y="3297650"/>
            <a:ext cx="5797500" cy="440700"/>
          </a:xfrm>
          <a:prstGeom prst="rect">
            <a:avLst/>
          </a:prstGeom>
          <a:solidFill>
            <a:schemeClr val="accent6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>
            <a:spLocks noGrp="1"/>
          </p:cNvSpPr>
          <p:nvPr>
            <p:ph type="title"/>
          </p:nvPr>
        </p:nvSpPr>
        <p:spPr>
          <a:xfrm>
            <a:off x="1535738" y="2266450"/>
            <a:ext cx="6635700" cy="1202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3" name="Google Shape;13;p3"/>
          <p:cNvSpPr txBox="1">
            <a:spLocks noGrp="1"/>
          </p:cNvSpPr>
          <p:nvPr>
            <p:ph type="title" idx="2" hasCustomPrompt="1"/>
          </p:nvPr>
        </p:nvSpPr>
        <p:spPr>
          <a:xfrm>
            <a:off x="988113" y="1350550"/>
            <a:ext cx="1652100" cy="915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4" name="Google Shape;14;p3"/>
          <p:cNvSpPr txBox="1">
            <a:spLocks noGrp="1"/>
          </p:cNvSpPr>
          <p:nvPr>
            <p:ph type="subTitle" idx="1"/>
          </p:nvPr>
        </p:nvSpPr>
        <p:spPr>
          <a:xfrm>
            <a:off x="2080150" y="3468850"/>
            <a:ext cx="6043800" cy="283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3"/>
          <p:cNvSpPr/>
          <p:nvPr/>
        </p:nvSpPr>
        <p:spPr>
          <a:xfrm>
            <a:off x="7775" y="-1800"/>
            <a:ext cx="9144000" cy="11604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6" name="Google Shape;16;p3"/>
          <p:cNvGrpSpPr/>
          <p:nvPr/>
        </p:nvGrpSpPr>
        <p:grpSpPr>
          <a:xfrm>
            <a:off x="8313825" y="353000"/>
            <a:ext cx="473100" cy="186500"/>
            <a:chOff x="7059675" y="514525"/>
            <a:chExt cx="473100" cy="186500"/>
          </a:xfrm>
        </p:grpSpPr>
        <p:cxnSp>
          <p:nvCxnSpPr>
            <p:cNvPr id="17" name="Google Shape;17;p3"/>
            <p:cNvCxnSpPr/>
            <p:nvPr/>
          </p:nvCxnSpPr>
          <p:spPr>
            <a:xfrm rot="10800000" flipH="1">
              <a:off x="7059675" y="5145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" name="Google Shape;18;p3"/>
            <p:cNvCxnSpPr/>
            <p:nvPr/>
          </p:nvCxnSpPr>
          <p:spPr>
            <a:xfrm rot="10800000" flipH="1">
              <a:off x="7059675" y="60567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9" name="Google Shape;19;p3"/>
            <p:cNvCxnSpPr/>
            <p:nvPr/>
          </p:nvCxnSpPr>
          <p:spPr>
            <a:xfrm rot="10800000" flipH="1">
              <a:off x="7059675" y="6968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/>
          <p:nvPr/>
        </p:nvSpPr>
        <p:spPr>
          <a:xfrm>
            <a:off x="7775" y="-1800"/>
            <a:ext cx="9144000" cy="11604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2" name="Google Shape;22;p4"/>
          <p:cNvGrpSpPr/>
          <p:nvPr/>
        </p:nvGrpSpPr>
        <p:grpSpPr>
          <a:xfrm>
            <a:off x="8389787" y="179931"/>
            <a:ext cx="486393" cy="125690"/>
            <a:chOff x="-890300" y="1406550"/>
            <a:chExt cx="806088" cy="208200"/>
          </a:xfrm>
        </p:grpSpPr>
        <p:sp>
          <p:nvSpPr>
            <p:cNvPr id="23" name="Google Shape;23;p4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4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5;p4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6" name="Google Shape;26;p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body" idx="1"/>
          </p:nvPr>
        </p:nvSpPr>
        <p:spPr>
          <a:xfrm>
            <a:off x="720000" y="1215750"/>
            <a:ext cx="7704000" cy="281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 sz="1200"/>
            </a:lvl1pPr>
            <a:lvl2pPr marL="914400" lvl="1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2pPr>
            <a:lvl3pPr marL="1371600" lvl="2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3pPr>
            <a:lvl4pPr marL="1828800" lvl="3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4pPr>
            <a:lvl5pPr marL="2286000" lvl="4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5pPr>
            <a:lvl6pPr marL="2743200" lvl="5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6pPr>
            <a:lvl7pPr marL="3200400" lvl="6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7pPr>
            <a:lvl8pPr marL="3657600" lvl="7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8pPr>
            <a:lvl9pPr marL="4114800" lvl="8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3763500" y="-1800"/>
            <a:ext cx="5380500" cy="51435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3" name="Google Shape;63;p9"/>
          <p:cNvGrpSpPr/>
          <p:nvPr/>
        </p:nvGrpSpPr>
        <p:grpSpPr>
          <a:xfrm>
            <a:off x="8059900" y="446250"/>
            <a:ext cx="473100" cy="186500"/>
            <a:chOff x="7059675" y="514525"/>
            <a:chExt cx="473100" cy="186500"/>
          </a:xfrm>
        </p:grpSpPr>
        <p:cxnSp>
          <p:nvCxnSpPr>
            <p:cNvPr id="64" name="Google Shape;64;p9"/>
            <p:cNvCxnSpPr/>
            <p:nvPr/>
          </p:nvCxnSpPr>
          <p:spPr>
            <a:xfrm rot="10800000" flipH="1">
              <a:off x="7059675" y="5145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5" name="Google Shape;65;p9"/>
            <p:cNvCxnSpPr/>
            <p:nvPr/>
          </p:nvCxnSpPr>
          <p:spPr>
            <a:xfrm rot="10800000" flipH="1">
              <a:off x="7059675" y="60567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6" name="Google Shape;66;p9"/>
            <p:cNvCxnSpPr/>
            <p:nvPr/>
          </p:nvCxnSpPr>
          <p:spPr>
            <a:xfrm rot="10800000" flipH="1">
              <a:off x="7059675" y="6968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67" name="Google Shape;67;p9"/>
          <p:cNvSpPr txBox="1">
            <a:spLocks noGrp="1"/>
          </p:cNvSpPr>
          <p:nvPr>
            <p:ph type="title"/>
          </p:nvPr>
        </p:nvSpPr>
        <p:spPr>
          <a:xfrm>
            <a:off x="4223100" y="1198450"/>
            <a:ext cx="4206000" cy="1964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 sz="9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9"/>
          <p:cNvSpPr txBox="1">
            <a:spLocks noGrp="1"/>
          </p:cNvSpPr>
          <p:nvPr>
            <p:ph type="subTitle" idx="1"/>
          </p:nvPr>
        </p:nvSpPr>
        <p:spPr>
          <a:xfrm>
            <a:off x="4223100" y="3162850"/>
            <a:ext cx="4206000" cy="1066200"/>
          </a:xfrm>
          <a:prstGeom prst="rect">
            <a:avLst/>
          </a:prstGeom>
          <a:solidFill>
            <a:schemeClr val="accent6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_1_1_1_1_1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3"/>
          <p:cNvSpPr/>
          <p:nvPr/>
        </p:nvSpPr>
        <p:spPr>
          <a:xfrm>
            <a:off x="7775" y="-1800"/>
            <a:ext cx="9144000" cy="11604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3" name="Google Shape;83;p13"/>
          <p:cNvGrpSpPr/>
          <p:nvPr/>
        </p:nvGrpSpPr>
        <p:grpSpPr>
          <a:xfrm>
            <a:off x="8389787" y="179931"/>
            <a:ext cx="486393" cy="125690"/>
            <a:chOff x="-890300" y="1406550"/>
            <a:chExt cx="806088" cy="208200"/>
          </a:xfrm>
        </p:grpSpPr>
        <p:sp>
          <p:nvSpPr>
            <p:cNvPr id="84" name="Google Shape;84;p13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85;p13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86;p13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7" name="Google Shape;87;p13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13"/>
          <p:cNvSpPr txBox="1">
            <a:spLocks noGrp="1"/>
          </p:cNvSpPr>
          <p:nvPr>
            <p:ph type="subTitle" idx="1"/>
          </p:nvPr>
        </p:nvSpPr>
        <p:spPr>
          <a:xfrm>
            <a:off x="2472000" y="1832950"/>
            <a:ext cx="4209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13"/>
          <p:cNvSpPr txBox="1">
            <a:spLocks noGrp="1"/>
          </p:cNvSpPr>
          <p:nvPr>
            <p:ph type="subTitle" idx="2"/>
          </p:nvPr>
        </p:nvSpPr>
        <p:spPr>
          <a:xfrm>
            <a:off x="3175501" y="2833427"/>
            <a:ext cx="4209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13"/>
          <p:cNvSpPr txBox="1">
            <a:spLocks noGrp="1"/>
          </p:cNvSpPr>
          <p:nvPr>
            <p:ph type="subTitle" idx="3"/>
          </p:nvPr>
        </p:nvSpPr>
        <p:spPr>
          <a:xfrm>
            <a:off x="3504027" y="3834248"/>
            <a:ext cx="4209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13"/>
          <p:cNvSpPr txBox="1">
            <a:spLocks noGrp="1"/>
          </p:cNvSpPr>
          <p:nvPr>
            <p:ph type="title" idx="4" hasCustomPrompt="1"/>
          </p:nvPr>
        </p:nvSpPr>
        <p:spPr>
          <a:xfrm>
            <a:off x="1869900" y="1470525"/>
            <a:ext cx="602100" cy="3915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4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92" name="Google Shape;92;p13"/>
          <p:cNvSpPr txBox="1">
            <a:spLocks noGrp="1"/>
          </p:cNvSpPr>
          <p:nvPr>
            <p:ph type="title" idx="5" hasCustomPrompt="1"/>
          </p:nvPr>
        </p:nvSpPr>
        <p:spPr>
          <a:xfrm>
            <a:off x="2573400" y="2482425"/>
            <a:ext cx="602100" cy="3915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4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93" name="Google Shape;93;p13"/>
          <p:cNvSpPr txBox="1">
            <a:spLocks noGrp="1"/>
          </p:cNvSpPr>
          <p:nvPr>
            <p:ph type="title" idx="6" hasCustomPrompt="1"/>
          </p:nvPr>
        </p:nvSpPr>
        <p:spPr>
          <a:xfrm>
            <a:off x="2891275" y="3494325"/>
            <a:ext cx="602100" cy="3285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4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94" name="Google Shape;94;p13"/>
          <p:cNvSpPr txBox="1">
            <a:spLocks noGrp="1"/>
          </p:cNvSpPr>
          <p:nvPr>
            <p:ph type="subTitle" idx="7"/>
          </p:nvPr>
        </p:nvSpPr>
        <p:spPr>
          <a:xfrm>
            <a:off x="2472000" y="1470525"/>
            <a:ext cx="42096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solidFill>
                  <a:schemeClr val="accen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95" name="Google Shape;95;p13"/>
          <p:cNvSpPr txBox="1">
            <a:spLocks noGrp="1"/>
          </p:cNvSpPr>
          <p:nvPr>
            <p:ph type="subTitle" idx="8"/>
          </p:nvPr>
        </p:nvSpPr>
        <p:spPr>
          <a:xfrm>
            <a:off x="3175500" y="2482425"/>
            <a:ext cx="42096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solidFill>
                  <a:schemeClr val="accent2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96" name="Google Shape;96;p13"/>
          <p:cNvSpPr txBox="1">
            <a:spLocks noGrp="1"/>
          </p:cNvSpPr>
          <p:nvPr>
            <p:ph type="subTitle" idx="9"/>
          </p:nvPr>
        </p:nvSpPr>
        <p:spPr>
          <a:xfrm>
            <a:off x="3504025" y="3494325"/>
            <a:ext cx="42096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solidFill>
                  <a:schemeClr val="accent3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2">
  <p:cSld name="TITLE_AND_TWO_COLUMNS_1_1"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9"/>
          <p:cNvSpPr/>
          <p:nvPr/>
        </p:nvSpPr>
        <p:spPr>
          <a:xfrm>
            <a:off x="7775" y="-1800"/>
            <a:ext cx="9144000" cy="11604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35" name="Google Shape;135;p19"/>
          <p:cNvGrpSpPr/>
          <p:nvPr/>
        </p:nvGrpSpPr>
        <p:grpSpPr>
          <a:xfrm>
            <a:off x="8389787" y="179931"/>
            <a:ext cx="486393" cy="125690"/>
            <a:chOff x="-890300" y="1406550"/>
            <a:chExt cx="806088" cy="208200"/>
          </a:xfrm>
        </p:grpSpPr>
        <p:sp>
          <p:nvSpPr>
            <p:cNvPr id="136" name="Google Shape;136;p19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" name="Google Shape;137;p19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" name="Google Shape;138;p19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9" name="Google Shape;139;p19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40" name="Google Shape;140;p19"/>
          <p:cNvSpPr txBox="1">
            <a:spLocks noGrp="1"/>
          </p:cNvSpPr>
          <p:nvPr>
            <p:ph type="subTitle" idx="1"/>
          </p:nvPr>
        </p:nvSpPr>
        <p:spPr>
          <a:xfrm>
            <a:off x="4821898" y="1443125"/>
            <a:ext cx="3602100" cy="2433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1" name="Google Shape;141;p19"/>
          <p:cNvSpPr txBox="1">
            <a:spLocks noGrp="1"/>
          </p:cNvSpPr>
          <p:nvPr>
            <p:ph type="subTitle" idx="2"/>
          </p:nvPr>
        </p:nvSpPr>
        <p:spPr>
          <a:xfrm>
            <a:off x="644000" y="1443125"/>
            <a:ext cx="3602100" cy="2433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6"/>
          <p:cNvSpPr/>
          <p:nvPr/>
        </p:nvSpPr>
        <p:spPr>
          <a:xfrm>
            <a:off x="7775" y="-1800"/>
            <a:ext cx="9144000" cy="11604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18" name="Google Shape;218;p26"/>
          <p:cNvGrpSpPr/>
          <p:nvPr/>
        </p:nvGrpSpPr>
        <p:grpSpPr>
          <a:xfrm>
            <a:off x="8389787" y="179931"/>
            <a:ext cx="486393" cy="125690"/>
            <a:chOff x="-890300" y="1406550"/>
            <a:chExt cx="806088" cy="208200"/>
          </a:xfrm>
        </p:grpSpPr>
        <p:sp>
          <p:nvSpPr>
            <p:cNvPr id="219" name="Google Shape;219;p26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" name="Google Shape;220;p26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" name="Google Shape;221;p26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27"/>
          <p:cNvSpPr/>
          <p:nvPr/>
        </p:nvSpPr>
        <p:spPr>
          <a:xfrm>
            <a:off x="4424750" y="-1800"/>
            <a:ext cx="4719300" cy="51435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24" name="Google Shape;224;p27"/>
          <p:cNvGrpSpPr/>
          <p:nvPr/>
        </p:nvGrpSpPr>
        <p:grpSpPr>
          <a:xfrm>
            <a:off x="8193116" y="446250"/>
            <a:ext cx="414956" cy="186500"/>
            <a:chOff x="7059675" y="514525"/>
            <a:chExt cx="473100" cy="186500"/>
          </a:xfrm>
        </p:grpSpPr>
        <p:cxnSp>
          <p:nvCxnSpPr>
            <p:cNvPr id="225" name="Google Shape;225;p27"/>
            <p:cNvCxnSpPr/>
            <p:nvPr/>
          </p:nvCxnSpPr>
          <p:spPr>
            <a:xfrm rot="10800000" flipH="1">
              <a:off x="7059675" y="5145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26" name="Google Shape;226;p27"/>
            <p:cNvCxnSpPr/>
            <p:nvPr/>
          </p:nvCxnSpPr>
          <p:spPr>
            <a:xfrm rot="10800000" flipH="1">
              <a:off x="7059675" y="60567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27" name="Google Shape;227;p27"/>
            <p:cNvCxnSpPr/>
            <p:nvPr/>
          </p:nvCxnSpPr>
          <p:spPr>
            <a:xfrm rot="10800000" flipH="1">
              <a:off x="7059675" y="6968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urce Code Pro"/>
              <a:buNone/>
              <a:defRPr sz="35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urce Code Pro"/>
              <a:buNone/>
              <a:defRPr sz="35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urce Code Pro"/>
              <a:buNone/>
              <a:defRPr sz="35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urce Code Pro"/>
              <a:buNone/>
              <a:defRPr sz="35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urce Code Pro"/>
              <a:buNone/>
              <a:defRPr sz="35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urce Code Pro"/>
              <a:buNone/>
              <a:defRPr sz="35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urce Code Pro"/>
              <a:buNone/>
              <a:defRPr sz="35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urce Code Pro"/>
              <a:buNone/>
              <a:defRPr sz="35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urce Code Pro"/>
              <a:buNone/>
              <a:defRPr sz="35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Char char="●"/>
              <a:defRPr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Char char="○"/>
              <a:defRPr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Char char="■"/>
              <a:defRPr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Char char="●"/>
              <a:defRPr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Char char="○"/>
              <a:defRPr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Char char="■"/>
              <a:defRPr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Char char="●"/>
              <a:defRPr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Char char="○"/>
              <a:defRPr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Char char="■"/>
              <a:defRPr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5" r:id="rId4"/>
    <p:sldLayoutId id="2147483658" r:id="rId5"/>
    <p:sldLayoutId id="2147483659" r:id="rId6"/>
    <p:sldLayoutId id="2147483665" r:id="rId7"/>
    <p:sldLayoutId id="2147483672" r:id="rId8"/>
    <p:sldLayoutId id="2147483673" r:id="rId9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31"/>
          <p:cNvSpPr txBox="1">
            <a:spLocks noGrp="1"/>
          </p:cNvSpPr>
          <p:nvPr>
            <p:ph type="ctrTitle"/>
          </p:nvPr>
        </p:nvSpPr>
        <p:spPr>
          <a:xfrm>
            <a:off x="2790500" y="1240705"/>
            <a:ext cx="5797500" cy="1629016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dirty="0" err="1"/>
              <a:t>Struktura</a:t>
            </a:r>
            <a:r>
              <a:rPr lang="en-US" sz="5400" dirty="0"/>
              <a:t> e </a:t>
            </a:r>
            <a:endParaRPr sz="54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400" dirty="0">
                <a:solidFill>
                  <a:schemeClr val="accent4"/>
                </a:solidFill>
              </a:rPr>
              <a:t> </a:t>
            </a:r>
            <a:r>
              <a:rPr lang="en-US" sz="5400" dirty="0">
                <a:solidFill>
                  <a:schemeClr val="accent4"/>
                </a:solidFill>
              </a:rPr>
              <a:t>HTML</a:t>
            </a:r>
            <a:endParaRPr sz="5400" dirty="0">
              <a:solidFill>
                <a:schemeClr val="accent4"/>
              </a:solidFill>
            </a:endParaRPr>
          </a:p>
        </p:txBody>
      </p:sp>
      <p:sp>
        <p:nvSpPr>
          <p:cNvPr id="239" name="Google Shape;239;p31"/>
          <p:cNvSpPr txBox="1">
            <a:spLocks noGrp="1"/>
          </p:cNvSpPr>
          <p:nvPr>
            <p:ph type="subTitle" idx="1"/>
          </p:nvPr>
        </p:nvSpPr>
        <p:spPr>
          <a:xfrm>
            <a:off x="2770373" y="3212363"/>
            <a:ext cx="5797500" cy="440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Leksioni 06</a:t>
            </a:r>
            <a:endParaRPr dirty="0"/>
          </a:p>
        </p:txBody>
      </p:sp>
      <p:sp>
        <p:nvSpPr>
          <p:cNvPr id="240" name="Google Shape;240;p31"/>
          <p:cNvSpPr txBox="1"/>
          <p:nvPr/>
        </p:nvSpPr>
        <p:spPr>
          <a:xfrm>
            <a:off x="2097300" y="571000"/>
            <a:ext cx="704700" cy="8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>
                <a:solidFill>
                  <a:schemeClr val="accent1"/>
                </a:solidFill>
                <a:latin typeface="Comfortaa"/>
                <a:ea typeface="Comfortaa"/>
                <a:cs typeface="Comfortaa"/>
                <a:sym typeface="Comfortaa"/>
              </a:rPr>
              <a:t>{</a:t>
            </a:r>
            <a:endParaRPr sz="5000">
              <a:solidFill>
                <a:schemeClr val="accent1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241" name="Google Shape;241;p31"/>
          <p:cNvSpPr txBox="1"/>
          <p:nvPr/>
        </p:nvSpPr>
        <p:spPr>
          <a:xfrm>
            <a:off x="8588000" y="4001925"/>
            <a:ext cx="519300" cy="75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>
                <a:solidFill>
                  <a:schemeClr val="accent3"/>
                </a:solidFill>
                <a:latin typeface="Comfortaa"/>
                <a:ea typeface="Comfortaa"/>
                <a:cs typeface="Comfortaa"/>
                <a:sym typeface="Comfortaa"/>
              </a:rPr>
              <a:t>}</a:t>
            </a:r>
            <a:endParaRPr sz="5000">
              <a:solidFill>
                <a:schemeClr val="accent3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242" name="Google Shape;242;p31"/>
          <p:cNvSpPr txBox="1"/>
          <p:nvPr/>
        </p:nvSpPr>
        <p:spPr>
          <a:xfrm>
            <a:off x="2847375" y="4108415"/>
            <a:ext cx="1447500" cy="5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>
                <a:solidFill>
                  <a:schemeClr val="accent2"/>
                </a:solidFill>
                <a:latin typeface="Fira Code"/>
                <a:ea typeface="Fira Code"/>
                <a:cs typeface="Fira Code"/>
                <a:sym typeface="Fira Code"/>
              </a:rPr>
              <a:t>...</a:t>
            </a:r>
            <a:endParaRPr sz="5000">
              <a:solidFill>
                <a:schemeClr val="accent2"/>
              </a:solidFill>
            </a:endParaRPr>
          </a:p>
        </p:txBody>
      </p:sp>
      <p:grpSp>
        <p:nvGrpSpPr>
          <p:cNvPr id="243" name="Google Shape;243;p31"/>
          <p:cNvGrpSpPr/>
          <p:nvPr/>
        </p:nvGrpSpPr>
        <p:grpSpPr>
          <a:xfrm>
            <a:off x="8059900" y="446250"/>
            <a:ext cx="473100" cy="186500"/>
            <a:chOff x="7059675" y="514525"/>
            <a:chExt cx="473100" cy="186500"/>
          </a:xfrm>
        </p:grpSpPr>
        <p:cxnSp>
          <p:nvCxnSpPr>
            <p:cNvPr id="244" name="Google Shape;244;p31"/>
            <p:cNvCxnSpPr/>
            <p:nvPr/>
          </p:nvCxnSpPr>
          <p:spPr>
            <a:xfrm rot="10800000" flipH="1">
              <a:off x="7059675" y="5145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5" name="Google Shape;245;p31"/>
            <p:cNvCxnSpPr/>
            <p:nvPr/>
          </p:nvCxnSpPr>
          <p:spPr>
            <a:xfrm rot="10800000" flipH="1">
              <a:off x="7059675" y="60567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6" name="Google Shape;246;p31"/>
            <p:cNvCxnSpPr/>
            <p:nvPr/>
          </p:nvCxnSpPr>
          <p:spPr>
            <a:xfrm rot="10800000" flipH="1">
              <a:off x="7059675" y="6968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247" name="Google Shape;247;p31"/>
          <p:cNvGrpSpPr/>
          <p:nvPr/>
        </p:nvGrpSpPr>
        <p:grpSpPr>
          <a:xfrm>
            <a:off x="255130" y="696438"/>
            <a:ext cx="2377907" cy="3907563"/>
            <a:chOff x="5" y="747463"/>
            <a:chExt cx="2377907" cy="3907563"/>
          </a:xfrm>
        </p:grpSpPr>
        <p:sp>
          <p:nvSpPr>
            <p:cNvPr id="248" name="Google Shape;248;p31"/>
            <p:cNvSpPr/>
            <p:nvPr/>
          </p:nvSpPr>
          <p:spPr>
            <a:xfrm>
              <a:off x="5" y="756038"/>
              <a:ext cx="35490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" name="Google Shape;249;p31"/>
            <p:cNvSpPr/>
            <p:nvPr/>
          </p:nvSpPr>
          <p:spPr>
            <a:xfrm>
              <a:off x="486329" y="747463"/>
              <a:ext cx="354900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" name="Google Shape;250;p31"/>
            <p:cNvSpPr/>
            <p:nvPr/>
          </p:nvSpPr>
          <p:spPr>
            <a:xfrm>
              <a:off x="5" y="1068263"/>
              <a:ext cx="354900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" name="Google Shape;251;p31"/>
            <p:cNvSpPr/>
            <p:nvPr/>
          </p:nvSpPr>
          <p:spPr>
            <a:xfrm>
              <a:off x="5" y="1394975"/>
              <a:ext cx="3549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" name="Google Shape;252;p31"/>
            <p:cNvSpPr/>
            <p:nvPr/>
          </p:nvSpPr>
          <p:spPr>
            <a:xfrm>
              <a:off x="5" y="1721713"/>
              <a:ext cx="354900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" name="Google Shape;253;p31"/>
            <p:cNvSpPr/>
            <p:nvPr/>
          </p:nvSpPr>
          <p:spPr>
            <a:xfrm>
              <a:off x="434858" y="1721713"/>
              <a:ext cx="45450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" name="Google Shape;254;p31"/>
            <p:cNvSpPr/>
            <p:nvPr/>
          </p:nvSpPr>
          <p:spPr>
            <a:xfrm>
              <a:off x="934654" y="1721722"/>
              <a:ext cx="260700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" name="Google Shape;255;p31"/>
            <p:cNvSpPr/>
            <p:nvPr/>
          </p:nvSpPr>
          <p:spPr>
            <a:xfrm>
              <a:off x="5" y="203228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" name="Google Shape;256;p31"/>
            <p:cNvSpPr/>
            <p:nvPr/>
          </p:nvSpPr>
          <p:spPr>
            <a:xfrm>
              <a:off x="5" y="237513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" name="Google Shape;257;p31"/>
            <p:cNvSpPr/>
            <p:nvPr/>
          </p:nvSpPr>
          <p:spPr>
            <a:xfrm>
              <a:off x="5" y="2684063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" name="Google Shape;258;p31"/>
            <p:cNvSpPr/>
            <p:nvPr/>
          </p:nvSpPr>
          <p:spPr>
            <a:xfrm>
              <a:off x="5" y="299298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" name="Google Shape;259;p31"/>
            <p:cNvSpPr/>
            <p:nvPr/>
          </p:nvSpPr>
          <p:spPr>
            <a:xfrm>
              <a:off x="13726" y="3773963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" name="Google Shape;260;p31"/>
            <p:cNvSpPr/>
            <p:nvPr/>
          </p:nvSpPr>
          <p:spPr>
            <a:xfrm>
              <a:off x="434858" y="203228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" name="Google Shape;261;p31"/>
            <p:cNvSpPr/>
            <p:nvPr/>
          </p:nvSpPr>
          <p:spPr>
            <a:xfrm>
              <a:off x="395919" y="237513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" name="Google Shape;262;p31"/>
            <p:cNvSpPr/>
            <p:nvPr/>
          </p:nvSpPr>
          <p:spPr>
            <a:xfrm>
              <a:off x="434858" y="2684063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" name="Google Shape;263;p31"/>
            <p:cNvSpPr/>
            <p:nvPr/>
          </p:nvSpPr>
          <p:spPr>
            <a:xfrm>
              <a:off x="434858" y="3009950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" name="Google Shape;264;p31"/>
            <p:cNvSpPr/>
            <p:nvPr/>
          </p:nvSpPr>
          <p:spPr>
            <a:xfrm>
              <a:off x="434858" y="333583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" name="Google Shape;265;p31"/>
            <p:cNvSpPr/>
            <p:nvPr/>
          </p:nvSpPr>
          <p:spPr>
            <a:xfrm>
              <a:off x="838550" y="2032296"/>
              <a:ext cx="46560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" name="Google Shape;266;p31"/>
            <p:cNvSpPr/>
            <p:nvPr/>
          </p:nvSpPr>
          <p:spPr>
            <a:xfrm>
              <a:off x="838550" y="2375145"/>
              <a:ext cx="650700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" name="Google Shape;267;p31"/>
            <p:cNvSpPr/>
            <p:nvPr/>
          </p:nvSpPr>
          <p:spPr>
            <a:xfrm>
              <a:off x="861466" y="2684069"/>
              <a:ext cx="75720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" name="Google Shape;268;p31"/>
            <p:cNvSpPr/>
            <p:nvPr/>
          </p:nvSpPr>
          <p:spPr>
            <a:xfrm>
              <a:off x="861466" y="3028567"/>
              <a:ext cx="7572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" name="Google Shape;269;p31"/>
            <p:cNvSpPr/>
            <p:nvPr/>
          </p:nvSpPr>
          <p:spPr>
            <a:xfrm>
              <a:off x="861466" y="3335841"/>
              <a:ext cx="757200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" name="Google Shape;270;p31"/>
            <p:cNvSpPr/>
            <p:nvPr/>
          </p:nvSpPr>
          <p:spPr>
            <a:xfrm>
              <a:off x="1360349" y="2032296"/>
              <a:ext cx="42420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" name="Google Shape;271;p31"/>
            <p:cNvSpPr/>
            <p:nvPr/>
          </p:nvSpPr>
          <p:spPr>
            <a:xfrm>
              <a:off x="1573836" y="2358182"/>
              <a:ext cx="424200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" name="Google Shape;272;p31"/>
            <p:cNvSpPr/>
            <p:nvPr/>
          </p:nvSpPr>
          <p:spPr>
            <a:xfrm>
              <a:off x="1697856" y="2684094"/>
              <a:ext cx="26070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" name="Google Shape;273;p31"/>
            <p:cNvSpPr/>
            <p:nvPr/>
          </p:nvSpPr>
          <p:spPr>
            <a:xfrm>
              <a:off x="1697856" y="3335891"/>
              <a:ext cx="260700" cy="1479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" name="Google Shape;274;p31"/>
            <p:cNvSpPr/>
            <p:nvPr/>
          </p:nvSpPr>
          <p:spPr>
            <a:xfrm>
              <a:off x="13726" y="401303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" name="Google Shape;275;p31"/>
            <p:cNvSpPr/>
            <p:nvPr/>
          </p:nvSpPr>
          <p:spPr>
            <a:xfrm>
              <a:off x="395919" y="429653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" name="Google Shape;276;p31"/>
            <p:cNvSpPr/>
            <p:nvPr/>
          </p:nvSpPr>
          <p:spPr>
            <a:xfrm>
              <a:off x="875884" y="4296538"/>
              <a:ext cx="38550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" name="Google Shape;277;p31"/>
            <p:cNvSpPr/>
            <p:nvPr/>
          </p:nvSpPr>
          <p:spPr>
            <a:xfrm>
              <a:off x="1360349" y="4296538"/>
              <a:ext cx="486900" cy="1479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" name="Google Shape;278;p31"/>
            <p:cNvSpPr/>
            <p:nvPr/>
          </p:nvSpPr>
          <p:spPr>
            <a:xfrm>
              <a:off x="1912083" y="4296538"/>
              <a:ext cx="177600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" name="Google Shape;279;p31"/>
            <p:cNvSpPr/>
            <p:nvPr/>
          </p:nvSpPr>
          <p:spPr>
            <a:xfrm>
              <a:off x="395919" y="4505063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" name="Google Shape;280;p31"/>
            <p:cNvSpPr/>
            <p:nvPr/>
          </p:nvSpPr>
          <p:spPr>
            <a:xfrm>
              <a:off x="875884" y="4505063"/>
              <a:ext cx="613500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" name="Google Shape;281;p31"/>
            <p:cNvSpPr/>
            <p:nvPr/>
          </p:nvSpPr>
          <p:spPr>
            <a:xfrm>
              <a:off x="1570204" y="4505063"/>
              <a:ext cx="260700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" name="Google Shape;282;p31"/>
            <p:cNvSpPr/>
            <p:nvPr/>
          </p:nvSpPr>
          <p:spPr>
            <a:xfrm>
              <a:off x="894657" y="759375"/>
              <a:ext cx="4656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" name="Google Shape;283;p31"/>
            <p:cNvSpPr/>
            <p:nvPr/>
          </p:nvSpPr>
          <p:spPr>
            <a:xfrm>
              <a:off x="486348" y="1068288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" name="Google Shape;284;p31"/>
            <p:cNvSpPr/>
            <p:nvPr/>
          </p:nvSpPr>
          <p:spPr>
            <a:xfrm>
              <a:off x="1169818" y="1064149"/>
              <a:ext cx="4656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" name="Google Shape;285;p31"/>
            <p:cNvSpPr/>
            <p:nvPr/>
          </p:nvSpPr>
          <p:spPr>
            <a:xfrm>
              <a:off x="486342" y="1395013"/>
              <a:ext cx="4029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" name="Google Shape;286;p31"/>
            <p:cNvSpPr/>
            <p:nvPr/>
          </p:nvSpPr>
          <p:spPr>
            <a:xfrm>
              <a:off x="1254423" y="1719659"/>
              <a:ext cx="2964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" name="Google Shape;287;p31"/>
            <p:cNvSpPr/>
            <p:nvPr/>
          </p:nvSpPr>
          <p:spPr>
            <a:xfrm>
              <a:off x="1697859" y="3028567"/>
              <a:ext cx="2964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" name="Google Shape;288;p31"/>
            <p:cNvSpPr/>
            <p:nvPr/>
          </p:nvSpPr>
          <p:spPr>
            <a:xfrm>
              <a:off x="1840717" y="2032296"/>
              <a:ext cx="2409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" name="Google Shape;289;p31"/>
            <p:cNvSpPr/>
            <p:nvPr/>
          </p:nvSpPr>
          <p:spPr>
            <a:xfrm>
              <a:off x="2037810" y="2684069"/>
              <a:ext cx="2409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" name="Google Shape;290;p31"/>
            <p:cNvSpPr/>
            <p:nvPr/>
          </p:nvSpPr>
          <p:spPr>
            <a:xfrm>
              <a:off x="1912311" y="4507125"/>
              <a:ext cx="4656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" name="Google Shape;291;p31"/>
            <p:cNvSpPr/>
            <p:nvPr/>
          </p:nvSpPr>
          <p:spPr>
            <a:xfrm>
              <a:off x="434873" y="3987600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" name="Google Shape;292;p31"/>
            <p:cNvSpPr/>
            <p:nvPr/>
          </p:nvSpPr>
          <p:spPr>
            <a:xfrm>
              <a:off x="434873" y="3757500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ADD57FC2-A596-63DF-2FB9-A254F4F32B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63926" y="0"/>
            <a:ext cx="5380073" cy="5143500"/>
          </a:xfrm>
          <a:prstGeom prst="rect">
            <a:avLst/>
          </a:prstGeom>
        </p:spPr>
      </p:pic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75D5DDF3-AF5E-3718-933B-62F035304A28}"/>
              </a:ext>
            </a:extLst>
          </p:cNvPr>
          <p:cNvSpPr txBox="1">
            <a:spLocks/>
          </p:cNvSpPr>
          <p:nvPr/>
        </p:nvSpPr>
        <p:spPr>
          <a:xfrm>
            <a:off x="0" y="1943100"/>
            <a:ext cx="3763927" cy="12572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None/>
              <a:defRPr sz="1600" b="0" i="0" u="none" strike="noStrike" cap="none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None/>
              <a:defRPr sz="1400" b="0" i="0" u="none" strike="noStrike" cap="none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None/>
              <a:defRPr sz="1400" b="0" i="0" u="none" strike="noStrike" cap="none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None/>
              <a:defRPr sz="1400" b="0" i="0" u="none" strike="noStrike" cap="none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None/>
              <a:defRPr sz="1400" b="0" i="0" u="none" strike="noStrike" cap="none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None/>
              <a:defRPr sz="1400" b="0" i="0" u="none" strike="noStrike" cap="none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None/>
              <a:defRPr sz="1400" b="0" i="0" u="none" strike="noStrike" cap="none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None/>
              <a:defRPr sz="1400" b="0" i="0" u="none" strike="noStrike" cap="none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None/>
              <a:defRPr sz="1400" b="0" i="0" u="none" strike="noStrike" cap="none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r>
              <a:rPr lang="en-US" sz="1800" dirty="0" err="1"/>
              <a:t>Struktura</a:t>
            </a:r>
            <a:r>
              <a:rPr lang="en-US" sz="1800" dirty="0"/>
              <a:t> </a:t>
            </a:r>
            <a:r>
              <a:rPr lang="en-US" sz="1800" dirty="0" err="1"/>
              <a:t>na</a:t>
            </a:r>
            <a:r>
              <a:rPr lang="en-US" sz="1800" dirty="0"/>
              <a:t> </a:t>
            </a:r>
            <a:r>
              <a:rPr lang="en-US" sz="1800" dirty="0" err="1"/>
              <a:t>jep</a:t>
            </a:r>
            <a:r>
              <a:rPr lang="en-US" sz="1800" dirty="0"/>
              <a:t> </a:t>
            </a:r>
            <a:r>
              <a:rPr lang="en-US" sz="1800" dirty="0" err="1"/>
              <a:t>akses</a:t>
            </a:r>
            <a:r>
              <a:rPr lang="en-US" sz="1800" dirty="0"/>
              <a:t> </a:t>
            </a:r>
            <a:r>
              <a:rPr lang="en-US" sz="1800" dirty="0" err="1"/>
              <a:t>qe</a:t>
            </a:r>
            <a:r>
              <a:rPr lang="en-US" sz="1800" dirty="0"/>
              <a:t> </a:t>
            </a:r>
          </a:p>
          <a:p>
            <a:r>
              <a:rPr lang="en-US" sz="1800" dirty="0" err="1"/>
              <a:t>te</a:t>
            </a:r>
            <a:r>
              <a:rPr lang="en-US" sz="1800" dirty="0"/>
              <a:t> </a:t>
            </a:r>
            <a:r>
              <a:rPr lang="en-US" sz="1800" dirty="0" err="1"/>
              <a:t>perdorim</a:t>
            </a:r>
            <a:r>
              <a:rPr lang="en-US" sz="1800" dirty="0"/>
              <a:t> </a:t>
            </a:r>
            <a:r>
              <a:rPr lang="en-US" sz="1800" dirty="0" err="1"/>
              <a:t>te</a:t>
            </a:r>
            <a:r>
              <a:rPr lang="en-US" sz="1800" dirty="0"/>
              <a:t> </a:t>
            </a:r>
            <a:r>
              <a:rPr lang="en-US" sz="1800" dirty="0" err="1"/>
              <a:t>gjitha</a:t>
            </a:r>
            <a:endParaRPr lang="en-US" sz="1800" dirty="0"/>
          </a:p>
          <a:p>
            <a:r>
              <a:rPr lang="en-US" sz="1800" dirty="0" err="1"/>
              <a:t>vecorite</a:t>
            </a:r>
            <a:r>
              <a:rPr lang="en-US" sz="1800" dirty="0"/>
              <a:t> </a:t>
            </a:r>
            <a:r>
              <a:rPr lang="en-US" sz="1800" dirty="0" err="1"/>
              <a:t>qe</a:t>
            </a:r>
            <a:r>
              <a:rPr lang="en-US" sz="1800" dirty="0"/>
              <a:t> HTML </a:t>
            </a:r>
            <a:r>
              <a:rPr lang="en-US" sz="1800" dirty="0" err="1"/>
              <a:t>ofron</a:t>
            </a:r>
            <a:r>
              <a:rPr lang="en-US" sz="1800" dirty="0"/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32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&lt;!</a:t>
            </a:r>
            <a:r>
              <a:rPr lang="en" dirty="0">
                <a:solidFill>
                  <a:schemeClr val="accent4"/>
                </a:solidFill>
              </a:rPr>
              <a:t>DOCTYPE html</a:t>
            </a:r>
            <a:r>
              <a:rPr lang="en" dirty="0"/>
              <a:t>&gt;</a:t>
            </a:r>
            <a:endParaRPr dirty="0">
              <a:solidFill>
                <a:schemeClr val="accent4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6E1393-EBF3-C956-5688-911721BCFC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0000" y="2012502"/>
            <a:ext cx="7938224" cy="2140519"/>
          </a:xfrm>
        </p:spPr>
        <p:txBody>
          <a:bodyPr/>
          <a:lstStyle/>
          <a:p>
            <a:r>
              <a:rPr lang="en-US" sz="2000" dirty="0"/>
              <a:t>I </a:t>
            </a:r>
            <a:r>
              <a:rPr lang="en-US" sz="2000" dirty="0" err="1"/>
              <a:t>tregon</a:t>
            </a:r>
            <a:r>
              <a:rPr lang="en-US" sz="2000" dirty="0"/>
              <a:t> </a:t>
            </a:r>
            <a:r>
              <a:rPr lang="en-US" sz="2000" dirty="0" err="1"/>
              <a:t>borwserit</a:t>
            </a:r>
            <a:r>
              <a:rPr lang="en-US" sz="2000" dirty="0"/>
              <a:t> </a:t>
            </a:r>
            <a:r>
              <a:rPr lang="en-US" sz="2000" dirty="0" err="1"/>
              <a:t>te</a:t>
            </a:r>
            <a:r>
              <a:rPr lang="en-US" sz="2000" dirty="0"/>
              <a:t> </a:t>
            </a:r>
            <a:r>
              <a:rPr lang="en-US" sz="2000" dirty="0" err="1"/>
              <a:t>perdori</a:t>
            </a:r>
            <a:r>
              <a:rPr lang="en-US" sz="2000" dirty="0"/>
              <a:t> </a:t>
            </a:r>
            <a:r>
              <a:rPr lang="en-US" sz="2000" dirty="0" err="1"/>
              <a:t>versionin</a:t>
            </a:r>
            <a:r>
              <a:rPr lang="en-US" sz="2000" dirty="0"/>
              <a:t> modern </a:t>
            </a:r>
            <a:r>
              <a:rPr lang="en-US" sz="2000" dirty="0" err="1"/>
              <a:t>te</a:t>
            </a:r>
            <a:r>
              <a:rPr lang="en-US" sz="2000" dirty="0"/>
              <a:t> HTML-se. (HTML 5)</a:t>
            </a:r>
          </a:p>
          <a:p>
            <a:endParaRPr lang="en-US" sz="2000" dirty="0"/>
          </a:p>
          <a:p>
            <a:r>
              <a:rPr lang="en-US" sz="2000" dirty="0" err="1"/>
              <a:t>Shmang</a:t>
            </a:r>
            <a:r>
              <a:rPr lang="en-US" sz="2000" dirty="0"/>
              <a:t> </a:t>
            </a:r>
            <a:r>
              <a:rPr lang="en-US" sz="2000" dirty="0" err="1"/>
              <a:t>erroret</a:t>
            </a:r>
            <a:r>
              <a:rPr lang="en-US" sz="2000" dirty="0"/>
              <a:t> e </a:t>
            </a:r>
            <a:r>
              <a:rPr lang="en-US" sz="2000" dirty="0" err="1"/>
              <a:t>mundshme</a:t>
            </a:r>
            <a:r>
              <a:rPr lang="en-US" sz="2000" dirty="0"/>
              <a:t>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32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&lt;</a:t>
            </a:r>
            <a:r>
              <a:rPr lang="en" dirty="0">
                <a:solidFill>
                  <a:schemeClr val="accent4"/>
                </a:solidFill>
              </a:rPr>
              <a:t>html</a:t>
            </a:r>
            <a:r>
              <a:rPr lang="en" dirty="0"/>
              <a:t>&gt;&lt;/</a:t>
            </a:r>
            <a:r>
              <a:rPr lang="en" dirty="0">
                <a:solidFill>
                  <a:schemeClr val="accent4"/>
                </a:solidFill>
              </a:rPr>
              <a:t>html</a:t>
            </a:r>
            <a:r>
              <a:rPr lang="en" dirty="0"/>
              <a:t>&gt;</a:t>
            </a:r>
            <a:endParaRPr dirty="0">
              <a:solidFill>
                <a:schemeClr val="accent4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6E1393-EBF3-C956-5688-911721BCFC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0000" y="2585203"/>
            <a:ext cx="7938224" cy="1066454"/>
          </a:xfrm>
        </p:spPr>
        <p:txBody>
          <a:bodyPr/>
          <a:lstStyle/>
          <a:p>
            <a:r>
              <a:rPr lang="en-US" sz="2000" dirty="0" err="1"/>
              <a:t>Perfaqeson</a:t>
            </a:r>
            <a:r>
              <a:rPr lang="en-US" sz="2000" dirty="0"/>
              <a:t> </a:t>
            </a:r>
            <a:r>
              <a:rPr lang="en-US" sz="2000" dirty="0" err="1"/>
              <a:t>te</a:t>
            </a:r>
            <a:r>
              <a:rPr lang="en-US" sz="2000" dirty="0"/>
              <a:t> </a:t>
            </a:r>
            <a:r>
              <a:rPr lang="en-US" sz="2000" dirty="0" err="1"/>
              <a:t>gjithe</a:t>
            </a:r>
            <a:r>
              <a:rPr lang="en-US" sz="2000" dirty="0"/>
              <a:t> </a:t>
            </a:r>
            <a:r>
              <a:rPr lang="en-US" sz="2000" dirty="0" err="1"/>
              <a:t>faqen</a:t>
            </a:r>
            <a:r>
              <a:rPr lang="en-US" sz="2000" dirty="0"/>
              <a:t> e </a:t>
            </a:r>
            <a:r>
              <a:rPr lang="en-US" sz="2000" dirty="0" err="1"/>
              <a:t>webit</a:t>
            </a:r>
            <a:r>
              <a:rPr lang="en-US" sz="2000" dirty="0"/>
              <a:t>.</a:t>
            </a:r>
          </a:p>
          <a:p>
            <a:pPr marL="139700" indent="0">
              <a:buNone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6889691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32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&lt;</a:t>
            </a:r>
            <a:r>
              <a:rPr lang="en" dirty="0">
                <a:solidFill>
                  <a:schemeClr val="accent4"/>
                </a:solidFill>
              </a:rPr>
              <a:t>head</a:t>
            </a:r>
            <a:r>
              <a:rPr lang="en" dirty="0"/>
              <a:t>&gt;&lt;/</a:t>
            </a:r>
            <a:r>
              <a:rPr lang="en" dirty="0">
                <a:solidFill>
                  <a:schemeClr val="accent4"/>
                </a:solidFill>
              </a:rPr>
              <a:t>head</a:t>
            </a:r>
            <a:r>
              <a:rPr lang="en" dirty="0"/>
              <a:t>&gt;</a:t>
            </a:r>
            <a:endParaRPr dirty="0">
              <a:solidFill>
                <a:schemeClr val="accent4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6E1393-EBF3-C956-5688-911721BCFC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0000" y="2585202"/>
            <a:ext cx="7938224" cy="1993941"/>
          </a:xfrm>
        </p:spPr>
        <p:txBody>
          <a:bodyPr/>
          <a:lstStyle/>
          <a:p>
            <a:r>
              <a:rPr lang="en-US" sz="2000" dirty="0" err="1"/>
              <a:t>Permban</a:t>
            </a:r>
            <a:r>
              <a:rPr lang="en-US" sz="2000" dirty="0"/>
              <a:t> </a:t>
            </a:r>
            <a:r>
              <a:rPr lang="en-US" sz="2000" dirty="0" err="1"/>
              <a:t>informacione</a:t>
            </a:r>
            <a:r>
              <a:rPr lang="en-US" sz="2000" dirty="0"/>
              <a:t> </a:t>
            </a:r>
            <a:r>
              <a:rPr lang="en-US" sz="2000" dirty="0" err="1"/>
              <a:t>te</a:t>
            </a:r>
            <a:r>
              <a:rPr lang="en-US" sz="2000" dirty="0"/>
              <a:t> </a:t>
            </a:r>
            <a:r>
              <a:rPr lang="en-US" sz="2000" dirty="0" err="1"/>
              <a:t>rendesishme</a:t>
            </a:r>
            <a:r>
              <a:rPr lang="en-US" sz="2000" dirty="0"/>
              <a:t> per </a:t>
            </a:r>
            <a:r>
              <a:rPr lang="en-US" sz="2000" dirty="0" err="1"/>
              <a:t>faqen</a:t>
            </a:r>
            <a:r>
              <a:rPr lang="en-US" sz="2000" dirty="0"/>
              <a:t> e </a:t>
            </a:r>
            <a:r>
              <a:rPr lang="en-US" sz="2000" dirty="0" err="1"/>
              <a:t>webit</a:t>
            </a:r>
            <a:r>
              <a:rPr lang="en-US" sz="2000" dirty="0"/>
              <a:t>.</a:t>
            </a:r>
          </a:p>
          <a:p>
            <a:pPr marL="139700" indent="0">
              <a:buNone/>
            </a:pPr>
            <a:endParaRPr lang="en-US" sz="2000" dirty="0"/>
          </a:p>
          <a:p>
            <a:r>
              <a:rPr lang="en-US" sz="2000" dirty="0" err="1"/>
              <a:t>Permban</a:t>
            </a:r>
            <a:r>
              <a:rPr lang="en-US" sz="2000" dirty="0"/>
              <a:t> </a:t>
            </a:r>
            <a:r>
              <a:rPr lang="en-US" sz="2000" dirty="0" err="1"/>
              <a:t>elemente</a:t>
            </a:r>
            <a:r>
              <a:rPr lang="en-US" sz="2000" dirty="0"/>
              <a:t> </a:t>
            </a:r>
            <a:r>
              <a:rPr lang="en-US" sz="2000" dirty="0" err="1"/>
              <a:t>qe</a:t>
            </a:r>
            <a:r>
              <a:rPr lang="en-US" sz="2000" dirty="0"/>
              <a:t> ne </a:t>
            </a:r>
            <a:r>
              <a:rPr lang="en-US" sz="2000" dirty="0" err="1"/>
              <a:t>mund</a:t>
            </a:r>
            <a:r>
              <a:rPr lang="en-US" sz="2000" dirty="0"/>
              <a:t> </a:t>
            </a:r>
            <a:r>
              <a:rPr lang="en-US" sz="2000" dirty="0" err="1"/>
              <a:t>ti</a:t>
            </a:r>
            <a:r>
              <a:rPr lang="en-US" sz="2000" dirty="0"/>
              <a:t> </a:t>
            </a:r>
            <a:r>
              <a:rPr lang="en-US" sz="2000" dirty="0" err="1"/>
              <a:t>perdorim</a:t>
            </a:r>
            <a:r>
              <a:rPr lang="en-US" sz="2000" dirty="0"/>
              <a:t> Brenda </a:t>
            </a:r>
            <a:r>
              <a:rPr lang="en-US" sz="2000" dirty="0" err="1"/>
              <a:t>tagut</a:t>
            </a:r>
            <a:r>
              <a:rPr lang="en-US" sz="2000" dirty="0"/>
              <a:t> head.</a:t>
            </a:r>
          </a:p>
          <a:p>
            <a:pPr marL="139700" indent="0">
              <a:buNone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9754286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32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&lt;</a:t>
            </a:r>
            <a:r>
              <a:rPr lang="en" dirty="0">
                <a:solidFill>
                  <a:schemeClr val="accent4"/>
                </a:solidFill>
              </a:rPr>
              <a:t>body</a:t>
            </a:r>
            <a:r>
              <a:rPr lang="en" dirty="0"/>
              <a:t>&gt;&lt;/</a:t>
            </a:r>
            <a:r>
              <a:rPr lang="en" dirty="0">
                <a:solidFill>
                  <a:schemeClr val="accent4"/>
                </a:solidFill>
              </a:rPr>
              <a:t>body</a:t>
            </a:r>
            <a:r>
              <a:rPr lang="en" dirty="0"/>
              <a:t>&gt;</a:t>
            </a:r>
            <a:endParaRPr dirty="0">
              <a:solidFill>
                <a:schemeClr val="accent4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6E1393-EBF3-C956-5688-911721BCFC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0000" y="2585202"/>
            <a:ext cx="7938224" cy="922379"/>
          </a:xfrm>
        </p:spPr>
        <p:txBody>
          <a:bodyPr/>
          <a:lstStyle/>
          <a:p>
            <a:r>
              <a:rPr lang="en-US" sz="2000" dirty="0" err="1"/>
              <a:t>Perfaqeson</a:t>
            </a:r>
            <a:r>
              <a:rPr lang="en-US" sz="2000" dirty="0"/>
              <a:t> </a:t>
            </a:r>
            <a:r>
              <a:rPr lang="en-US" sz="2000" dirty="0" err="1"/>
              <a:t>cdo</a:t>
            </a:r>
            <a:r>
              <a:rPr lang="en-US" sz="2000" dirty="0"/>
              <a:t> </a:t>
            </a:r>
            <a:r>
              <a:rPr lang="en-US" sz="2000" dirty="0" err="1"/>
              <a:t>gje</a:t>
            </a:r>
            <a:r>
              <a:rPr lang="en-US" sz="2000" dirty="0"/>
              <a:t> </a:t>
            </a:r>
            <a:r>
              <a:rPr lang="en-US" sz="2000" dirty="0" err="1"/>
              <a:t>qe</a:t>
            </a:r>
            <a:r>
              <a:rPr lang="en-US" sz="2000" dirty="0"/>
              <a:t> </a:t>
            </a:r>
            <a:r>
              <a:rPr lang="en-US" sz="2000" dirty="0" err="1"/>
              <a:t>shfaqet</a:t>
            </a:r>
            <a:r>
              <a:rPr lang="en-US" sz="2000" dirty="0"/>
              <a:t> ne </a:t>
            </a:r>
            <a:r>
              <a:rPr lang="en-US" sz="2000" dirty="0" err="1"/>
              <a:t>faqen</a:t>
            </a:r>
            <a:r>
              <a:rPr lang="en-US" sz="2000" dirty="0"/>
              <a:t> e </a:t>
            </a:r>
            <a:r>
              <a:rPr lang="en-US" sz="2000" dirty="0" err="1"/>
              <a:t>webit</a:t>
            </a:r>
            <a:r>
              <a:rPr lang="en-US" sz="2000" dirty="0"/>
              <a:t>.</a:t>
            </a:r>
          </a:p>
          <a:p>
            <a:pPr marL="139700" indent="0">
              <a:buNone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9809632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35"/>
          <p:cNvSpPr txBox="1">
            <a:spLocks noGrp="1"/>
          </p:cNvSpPr>
          <p:nvPr>
            <p:ph type="title"/>
          </p:nvPr>
        </p:nvSpPr>
        <p:spPr>
          <a:xfrm>
            <a:off x="1535738" y="2266450"/>
            <a:ext cx="6635700" cy="1202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accent4"/>
                </a:solidFill>
              </a:rPr>
              <a:t>Live server</a:t>
            </a:r>
            <a:endParaRPr dirty="0">
              <a:solidFill>
                <a:schemeClr val="accent4"/>
              </a:solidFill>
            </a:endParaRPr>
          </a:p>
        </p:txBody>
      </p:sp>
      <p:sp>
        <p:nvSpPr>
          <p:cNvPr id="408" name="Google Shape;408;p35"/>
          <p:cNvSpPr txBox="1">
            <a:spLocks noGrp="1"/>
          </p:cNvSpPr>
          <p:nvPr>
            <p:ph type="subTitle" idx="1"/>
          </p:nvPr>
        </p:nvSpPr>
        <p:spPr>
          <a:xfrm>
            <a:off x="2127638" y="3468850"/>
            <a:ext cx="6043800" cy="6230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/>
              <a:t>&lt; </a:t>
            </a:r>
            <a:r>
              <a:rPr lang="en" dirty="0"/>
              <a:t>Refresh automatik </a:t>
            </a:r>
            <a:r>
              <a:rPr lang="en-US" dirty="0"/>
              <a:t>I</a:t>
            </a:r>
            <a:r>
              <a:rPr lang="en" dirty="0"/>
              <a:t> browserit </a:t>
            </a:r>
            <a:r>
              <a:rPr lang="en" sz="1400" dirty="0"/>
              <a:t>&gt;</a:t>
            </a:r>
            <a:endParaRPr dirty="0"/>
          </a:p>
        </p:txBody>
      </p:sp>
      <p:sp>
        <p:nvSpPr>
          <p:cNvPr id="410" name="Google Shape;410;p35"/>
          <p:cNvSpPr txBox="1"/>
          <p:nvPr/>
        </p:nvSpPr>
        <p:spPr>
          <a:xfrm>
            <a:off x="6717450" y="4008025"/>
            <a:ext cx="519300" cy="75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>
                <a:solidFill>
                  <a:schemeClr val="accent3"/>
                </a:solidFill>
                <a:latin typeface="Comfortaa"/>
                <a:ea typeface="Comfortaa"/>
                <a:cs typeface="Comfortaa"/>
                <a:sym typeface="Comfortaa"/>
              </a:rPr>
              <a:t>}</a:t>
            </a:r>
            <a:endParaRPr sz="5000">
              <a:solidFill>
                <a:schemeClr val="accent3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411" name="Google Shape;411;p35"/>
          <p:cNvSpPr txBox="1"/>
          <p:nvPr/>
        </p:nvSpPr>
        <p:spPr>
          <a:xfrm>
            <a:off x="7407075" y="4221025"/>
            <a:ext cx="976200" cy="5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>
                <a:solidFill>
                  <a:schemeClr val="accent2"/>
                </a:solidFill>
                <a:latin typeface="Fira Code"/>
                <a:ea typeface="Fira Code"/>
                <a:cs typeface="Fira Code"/>
                <a:sym typeface="Fira Code"/>
              </a:rPr>
              <a:t>..</a:t>
            </a:r>
            <a:endParaRPr sz="5000">
              <a:solidFill>
                <a:schemeClr val="accent2"/>
              </a:solidFill>
            </a:endParaRPr>
          </a:p>
        </p:txBody>
      </p:sp>
      <p:sp>
        <p:nvSpPr>
          <p:cNvPr id="412" name="Google Shape;412;p35"/>
          <p:cNvSpPr txBox="1"/>
          <p:nvPr/>
        </p:nvSpPr>
        <p:spPr>
          <a:xfrm>
            <a:off x="2640213" y="1588175"/>
            <a:ext cx="976200" cy="5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>
                <a:solidFill>
                  <a:schemeClr val="accent5"/>
                </a:solidFill>
                <a:latin typeface="Fira Code"/>
                <a:ea typeface="Fira Code"/>
                <a:cs typeface="Fira Code"/>
                <a:sym typeface="Fira Code"/>
              </a:rPr>
              <a:t>..</a:t>
            </a:r>
            <a:endParaRPr sz="5000">
              <a:solidFill>
                <a:schemeClr val="accent5"/>
              </a:solidFill>
            </a:endParaRPr>
          </a:p>
        </p:txBody>
      </p:sp>
      <p:grpSp>
        <p:nvGrpSpPr>
          <p:cNvPr id="413" name="Google Shape;413;p35"/>
          <p:cNvGrpSpPr/>
          <p:nvPr/>
        </p:nvGrpSpPr>
        <p:grpSpPr>
          <a:xfrm>
            <a:off x="350039" y="3944000"/>
            <a:ext cx="2536147" cy="887325"/>
            <a:chOff x="880714" y="3731738"/>
            <a:chExt cx="2536147" cy="887325"/>
          </a:xfrm>
        </p:grpSpPr>
        <p:sp>
          <p:nvSpPr>
            <p:cNvPr id="414" name="Google Shape;414;p35"/>
            <p:cNvSpPr/>
            <p:nvPr/>
          </p:nvSpPr>
          <p:spPr>
            <a:xfrm>
              <a:off x="880714" y="3748200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" name="Google Shape;415;p35"/>
            <p:cNvSpPr/>
            <p:nvPr/>
          </p:nvSpPr>
          <p:spPr>
            <a:xfrm>
              <a:off x="880714" y="3987275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" name="Google Shape;416;p35"/>
            <p:cNvSpPr/>
            <p:nvPr/>
          </p:nvSpPr>
          <p:spPr>
            <a:xfrm>
              <a:off x="880732" y="4260575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" name="Google Shape;417;p35"/>
            <p:cNvSpPr/>
            <p:nvPr/>
          </p:nvSpPr>
          <p:spPr>
            <a:xfrm>
              <a:off x="1374131" y="4260575"/>
              <a:ext cx="52440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" name="Google Shape;418;p35"/>
            <p:cNvSpPr/>
            <p:nvPr/>
          </p:nvSpPr>
          <p:spPr>
            <a:xfrm>
              <a:off x="2032952" y="4260575"/>
              <a:ext cx="661800" cy="1479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" name="Google Shape;419;p35"/>
            <p:cNvSpPr/>
            <p:nvPr/>
          </p:nvSpPr>
          <p:spPr>
            <a:xfrm>
              <a:off x="2783250" y="4260575"/>
              <a:ext cx="241500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" name="Google Shape;420;p35"/>
            <p:cNvSpPr/>
            <p:nvPr/>
          </p:nvSpPr>
          <p:spPr>
            <a:xfrm>
              <a:off x="880732" y="4469100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" name="Google Shape;421;p35"/>
            <p:cNvSpPr/>
            <p:nvPr/>
          </p:nvSpPr>
          <p:spPr>
            <a:xfrm>
              <a:off x="1374131" y="4469100"/>
              <a:ext cx="834000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" name="Google Shape;422;p35"/>
            <p:cNvSpPr/>
            <p:nvPr/>
          </p:nvSpPr>
          <p:spPr>
            <a:xfrm>
              <a:off x="2318331" y="4469100"/>
              <a:ext cx="354900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" name="Google Shape;423;p35"/>
            <p:cNvSpPr/>
            <p:nvPr/>
          </p:nvSpPr>
          <p:spPr>
            <a:xfrm>
              <a:off x="2783561" y="4471163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" name="Google Shape;424;p35"/>
            <p:cNvSpPr/>
            <p:nvPr/>
          </p:nvSpPr>
          <p:spPr>
            <a:xfrm>
              <a:off x="1301861" y="3961838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" name="Google Shape;425;p35"/>
            <p:cNvSpPr/>
            <p:nvPr/>
          </p:nvSpPr>
          <p:spPr>
            <a:xfrm>
              <a:off x="1301861" y="3731738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" name="Google Shape;426;p35"/>
            <p:cNvSpPr/>
            <p:nvPr/>
          </p:nvSpPr>
          <p:spPr>
            <a:xfrm>
              <a:off x="2028686" y="3961838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9BD5E7E3-A9E2-DB26-B82F-9F0CF55779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21768" y="214370"/>
            <a:ext cx="3186112" cy="4714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32367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ACDF3E2-C9E8-4869-9F27-7DB924AABB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61107" y="178594"/>
            <a:ext cx="3264600" cy="4786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11149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14E1F49-0CB2-28E1-A47A-A28440E706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" y="858865"/>
            <a:ext cx="7543800" cy="37400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6446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33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Tagu &lt;</a:t>
            </a:r>
            <a:r>
              <a:rPr lang="en" dirty="0">
                <a:solidFill>
                  <a:schemeClr val="accent4"/>
                </a:solidFill>
              </a:rPr>
              <a:t>link</a:t>
            </a:r>
            <a:r>
              <a:rPr lang="en" dirty="0"/>
              <a:t>&gt;</a:t>
            </a:r>
            <a:endParaRPr dirty="0">
              <a:solidFill>
                <a:schemeClr val="accent4"/>
              </a:solidFill>
            </a:endParaRPr>
          </a:p>
        </p:txBody>
      </p:sp>
      <p:sp>
        <p:nvSpPr>
          <p:cNvPr id="308" name="Google Shape;308;p33"/>
          <p:cNvSpPr txBox="1">
            <a:spLocks noGrp="1"/>
          </p:cNvSpPr>
          <p:nvPr>
            <p:ph type="subTitle" idx="2"/>
          </p:nvPr>
        </p:nvSpPr>
        <p:spPr>
          <a:xfrm>
            <a:off x="1239382" y="4121990"/>
            <a:ext cx="6836376" cy="72904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/>
              <a:t>+ R</a:t>
            </a:r>
            <a:r>
              <a:rPr lang="en" sz="1800" dirty="0"/>
              <a:t>el (relation) -&gt; I tregojme broweserit qellimin tagut link.</a:t>
            </a:r>
            <a:endParaRPr sz="1800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9873466B-1E71-2112-7476-D03526DC80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3980" y="1154543"/>
            <a:ext cx="6850974" cy="2232853"/>
          </a:xfrm>
          <a:prstGeom prst="rect">
            <a:avLst/>
          </a:prstGeom>
        </p:spPr>
      </p:pic>
      <p:sp>
        <p:nvSpPr>
          <p:cNvPr id="20" name="Google Shape;308;p33">
            <a:extLst>
              <a:ext uri="{FF2B5EF4-FFF2-40B4-BE49-F238E27FC236}">
                <a16:creationId xmlns:a16="http://schemas.microsoft.com/office/drawing/2014/main" id="{4EF4173A-7D65-5592-3C2E-A1DAA4062359}"/>
              </a:ext>
            </a:extLst>
          </p:cNvPr>
          <p:cNvSpPr txBox="1">
            <a:spLocks/>
          </p:cNvSpPr>
          <p:nvPr/>
        </p:nvSpPr>
        <p:spPr>
          <a:xfrm>
            <a:off x="1253980" y="3524215"/>
            <a:ext cx="6836376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None/>
              <a:defRPr sz="1400" b="0" i="0" u="none" strike="noStrike" cap="none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None/>
              <a:defRPr sz="1400" b="0" i="0" u="none" strike="noStrike" cap="none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None/>
              <a:defRPr sz="1400" b="0" i="0" u="none" strike="noStrike" cap="none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None/>
              <a:defRPr sz="1400" b="0" i="0" u="none" strike="noStrike" cap="none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None/>
              <a:defRPr sz="1400" b="0" i="0" u="none" strike="noStrike" cap="none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None/>
              <a:defRPr sz="1400" b="0" i="0" u="none" strike="noStrike" cap="none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None/>
              <a:defRPr sz="1400" b="0" i="0" u="none" strike="noStrike" cap="none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None/>
              <a:defRPr sz="1400" b="0" i="0" u="none" strike="noStrike" cap="none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None/>
              <a:defRPr sz="1400" b="0" i="0" u="none" strike="noStrike" cap="none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marL="0" indent="0"/>
            <a:r>
              <a:rPr lang="en-US" sz="1800" dirty="0"/>
              <a:t>+ &lt;link&gt; </a:t>
            </a:r>
            <a:r>
              <a:rPr lang="en-US" sz="1800" dirty="0" err="1"/>
              <a:t>eshte</a:t>
            </a:r>
            <a:r>
              <a:rPr lang="en-US" sz="1800" dirty="0"/>
              <a:t> element void.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3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Si te marim </a:t>
            </a:r>
            <a:r>
              <a:rPr lang="en" dirty="0">
                <a:solidFill>
                  <a:schemeClr val="lt2"/>
                </a:solidFill>
              </a:rPr>
              <a:t>fonte te reja?</a:t>
            </a:r>
            <a:endParaRPr dirty="0">
              <a:solidFill>
                <a:schemeClr val="lt2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7A76421-46ED-10B2-22BA-6F59EF38C4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8722" y="1276039"/>
            <a:ext cx="7046556" cy="374566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Introduction to Java Programming for High School by Slidesgo">
  <a:themeElements>
    <a:clrScheme name="Simple Light">
      <a:dk1>
        <a:srgbClr val="E7E7E7"/>
      </a:dk1>
      <a:lt1>
        <a:srgbClr val="10111A"/>
      </a:lt1>
      <a:dk2>
        <a:srgbClr val="FD4A4A"/>
      </a:dk2>
      <a:lt2>
        <a:srgbClr val="EC7955"/>
      </a:lt2>
      <a:accent1>
        <a:srgbClr val="E81A81"/>
      </a:accent1>
      <a:accent2>
        <a:srgbClr val="94EE6B"/>
      </a:accent2>
      <a:accent3>
        <a:srgbClr val="4CAE97"/>
      </a:accent3>
      <a:accent4>
        <a:srgbClr val="BD64B5"/>
      </a:accent4>
      <a:accent5>
        <a:srgbClr val="FFFF99"/>
      </a:accent5>
      <a:accent6>
        <a:srgbClr val="2C293A"/>
      </a:accent6>
      <a:hlink>
        <a:srgbClr val="F8F8F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114</TotalTime>
  <Words>142</Words>
  <Application>Microsoft Office PowerPoint</Application>
  <PresentationFormat>On-screen Show (16:9)</PresentationFormat>
  <Paragraphs>30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0" baseType="lpstr">
      <vt:lpstr>Source Code Pro</vt:lpstr>
      <vt:lpstr>Anaheim</vt:lpstr>
      <vt:lpstr>Arial</vt:lpstr>
      <vt:lpstr>Bebas Neue</vt:lpstr>
      <vt:lpstr>Fira Code</vt:lpstr>
      <vt:lpstr>Nunito Light</vt:lpstr>
      <vt:lpstr>Comfortaa</vt:lpstr>
      <vt:lpstr>Introduction to Java Programming for High School by Slidesgo</vt:lpstr>
      <vt:lpstr>Struktura e   HTML</vt:lpstr>
      <vt:lpstr>PowerPoint Presentation</vt:lpstr>
      <vt:lpstr>&lt;!DOCTYPE html&gt;</vt:lpstr>
      <vt:lpstr>&lt;html&gt;&lt;/html&gt;</vt:lpstr>
      <vt:lpstr>&lt;head&gt;&lt;/head&gt;</vt:lpstr>
      <vt:lpstr>&lt;body&gt;&lt;/body&gt;</vt:lpstr>
      <vt:lpstr>Live server</vt:lpstr>
      <vt:lpstr>PowerPoint Presentation</vt:lpstr>
      <vt:lpstr>PowerPoint Presentation</vt:lpstr>
      <vt:lpstr>PowerPoint Presentation</vt:lpstr>
      <vt:lpstr>Tagu &lt;link&gt;</vt:lpstr>
      <vt:lpstr>Si te marim fonte te reja?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Struktura e   HTML</dc:title>
  <cp:lastModifiedBy>Sabian Zhupa</cp:lastModifiedBy>
  <cp:revision>4</cp:revision>
  <dcterms:modified xsi:type="dcterms:W3CDTF">2023-11-05T20:04:56Z</dcterms:modified>
</cp:coreProperties>
</file>