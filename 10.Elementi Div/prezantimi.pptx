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8"/>
  </p:notesMasterIdLst>
  <p:sldIdLst>
    <p:sldId id="256" r:id="rId2"/>
    <p:sldId id="268" r:id="rId3"/>
    <p:sldId id="267" r:id="rId4"/>
    <p:sldId id="272" r:id="rId5"/>
    <p:sldId id="271" r:id="rId6"/>
    <p:sldId id="274" r:id="rId7"/>
  </p:sldIdLst>
  <p:sldSz cx="9144000" cy="5143500" type="screen16x9"/>
  <p:notesSz cx="6858000" cy="9144000"/>
  <p:embeddedFontLst>
    <p:embeddedFont>
      <p:font typeface="Figtree" panose="020B0604020202020204" charset="0"/>
      <p:regular r:id="rId9"/>
      <p:bold r:id="rId10"/>
      <p:italic r:id="rId11"/>
      <p:boldItalic r:id="rId12"/>
    </p:embeddedFont>
    <p:embeddedFont>
      <p:font typeface="Karla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DBEFBD6-D62E-46F6-A5CC-C102AC0FA5E9}">
  <a:tblStyle styleId="{6DBEFBD6-D62E-46F6-A5CC-C102AC0FA5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FDBAF-0BCB-499D-B292-9D5F104BAE2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069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5175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324550" y="317747"/>
            <a:ext cx="8494878" cy="4508007"/>
            <a:chOff x="324550" y="317747"/>
            <a:chExt cx="8494878" cy="4508007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324572" y="317747"/>
              <a:ext cx="8494857" cy="189085"/>
              <a:chOff x="324572" y="317747"/>
              <a:chExt cx="8494857" cy="189085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324572" y="317747"/>
                <a:ext cx="8494857" cy="189085"/>
              </a:xfrm>
              <a:custGeom>
                <a:avLst/>
                <a:gdLst/>
                <a:ahLst/>
                <a:cxnLst/>
                <a:rect l="l" t="t" r="r" b="b"/>
                <a:pathLst>
                  <a:path w="63346" h="1410" extrusionOk="0">
                    <a:moveTo>
                      <a:pt x="59663" y="716"/>
                    </a:moveTo>
                    <a:lnTo>
                      <a:pt x="59663" y="815"/>
                    </a:lnTo>
                    <a:lnTo>
                      <a:pt x="58974" y="815"/>
                    </a:lnTo>
                    <a:lnTo>
                      <a:pt x="58974" y="716"/>
                    </a:lnTo>
                    <a:close/>
                    <a:moveTo>
                      <a:pt x="61211" y="313"/>
                    </a:moveTo>
                    <a:lnTo>
                      <a:pt x="61211" y="887"/>
                    </a:lnTo>
                    <a:lnTo>
                      <a:pt x="60924" y="887"/>
                    </a:lnTo>
                    <a:lnTo>
                      <a:pt x="60924" y="1112"/>
                    </a:lnTo>
                    <a:lnTo>
                      <a:pt x="60351" y="1112"/>
                    </a:lnTo>
                    <a:lnTo>
                      <a:pt x="60351" y="538"/>
                    </a:lnTo>
                    <a:lnTo>
                      <a:pt x="60637" y="538"/>
                    </a:lnTo>
                    <a:lnTo>
                      <a:pt x="60637" y="313"/>
                    </a:lnTo>
                    <a:close/>
                    <a:moveTo>
                      <a:pt x="137" y="1"/>
                    </a:moveTo>
                    <a:cubicBezTo>
                      <a:pt x="61" y="1"/>
                      <a:pt x="1" y="62"/>
                      <a:pt x="1" y="137"/>
                    </a:cubicBezTo>
                    <a:lnTo>
                      <a:pt x="1" y="1409"/>
                    </a:lnTo>
                    <a:lnTo>
                      <a:pt x="63345" y="1409"/>
                    </a:lnTo>
                    <a:lnTo>
                      <a:pt x="63345" y="137"/>
                    </a:lnTo>
                    <a:cubicBezTo>
                      <a:pt x="63345" y="62"/>
                      <a:pt x="63285" y="1"/>
                      <a:pt x="6320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>
                <a:off x="8232650" y="343275"/>
                <a:ext cx="322200" cy="1341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" name="Google Shape;13;p2"/>
            <p:cNvSpPr/>
            <p:nvPr/>
          </p:nvSpPr>
          <p:spPr>
            <a:xfrm>
              <a:off x="324550" y="490125"/>
              <a:ext cx="8494800" cy="47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24572" y="1320314"/>
              <a:ext cx="8494857" cy="3505439"/>
            </a:xfrm>
            <a:custGeom>
              <a:avLst/>
              <a:gdLst/>
              <a:ahLst/>
              <a:cxnLst/>
              <a:rect l="l" t="t" r="r" b="b"/>
              <a:pathLst>
                <a:path w="63346" h="26140" extrusionOk="0">
                  <a:moveTo>
                    <a:pt x="1" y="0"/>
                  </a:moveTo>
                  <a:lnTo>
                    <a:pt x="1" y="26001"/>
                  </a:lnTo>
                  <a:cubicBezTo>
                    <a:pt x="1" y="26077"/>
                    <a:pt x="234" y="26139"/>
                    <a:pt x="523" y="26139"/>
                  </a:cubicBezTo>
                  <a:lnTo>
                    <a:pt x="63345" y="26139"/>
                  </a:lnTo>
                  <a:lnTo>
                    <a:pt x="633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24572" y="687876"/>
              <a:ext cx="8494857" cy="632561"/>
            </a:xfrm>
            <a:custGeom>
              <a:avLst/>
              <a:gdLst/>
              <a:ahLst/>
              <a:cxnLst/>
              <a:rect l="l" t="t" r="r" b="b"/>
              <a:pathLst>
                <a:path w="63346" h="4717" extrusionOk="0">
                  <a:moveTo>
                    <a:pt x="50513" y="3017"/>
                  </a:moveTo>
                  <a:cubicBezTo>
                    <a:pt x="50700" y="3017"/>
                    <a:pt x="50853" y="3170"/>
                    <a:pt x="50853" y="3357"/>
                  </a:cubicBezTo>
                  <a:cubicBezTo>
                    <a:pt x="50853" y="3433"/>
                    <a:pt x="50827" y="3503"/>
                    <a:pt x="50784" y="3561"/>
                  </a:cubicBezTo>
                  <a:lnTo>
                    <a:pt x="51093" y="3869"/>
                  </a:lnTo>
                  <a:lnTo>
                    <a:pt x="51035" y="3929"/>
                  </a:lnTo>
                  <a:lnTo>
                    <a:pt x="50727" y="3620"/>
                  </a:lnTo>
                  <a:cubicBezTo>
                    <a:pt x="50668" y="3668"/>
                    <a:pt x="50594" y="3697"/>
                    <a:pt x="50513" y="3697"/>
                  </a:cubicBezTo>
                  <a:cubicBezTo>
                    <a:pt x="50326" y="3697"/>
                    <a:pt x="50174" y="3544"/>
                    <a:pt x="50174" y="3357"/>
                  </a:cubicBezTo>
                  <a:cubicBezTo>
                    <a:pt x="50174" y="3168"/>
                    <a:pt x="50326" y="3017"/>
                    <a:pt x="50513" y="3017"/>
                  </a:cubicBezTo>
                  <a:close/>
                  <a:moveTo>
                    <a:pt x="12828" y="2996"/>
                  </a:moveTo>
                  <a:lnTo>
                    <a:pt x="12828" y="3950"/>
                  </a:lnTo>
                  <a:lnTo>
                    <a:pt x="1549" y="3950"/>
                  </a:lnTo>
                  <a:cubicBezTo>
                    <a:pt x="1531" y="3950"/>
                    <a:pt x="1516" y="3935"/>
                    <a:pt x="1516" y="3917"/>
                  </a:cubicBezTo>
                  <a:lnTo>
                    <a:pt x="1516" y="3029"/>
                  </a:lnTo>
                  <a:cubicBezTo>
                    <a:pt x="1516" y="3011"/>
                    <a:pt x="1531" y="2996"/>
                    <a:pt x="1549" y="2996"/>
                  </a:cubicBezTo>
                  <a:close/>
                  <a:moveTo>
                    <a:pt x="49290" y="2994"/>
                  </a:moveTo>
                  <a:cubicBezTo>
                    <a:pt x="49308" y="2994"/>
                    <a:pt x="49323" y="3009"/>
                    <a:pt x="49323" y="3027"/>
                  </a:cubicBezTo>
                  <a:lnTo>
                    <a:pt x="49323" y="3917"/>
                  </a:lnTo>
                  <a:cubicBezTo>
                    <a:pt x="49323" y="3935"/>
                    <a:pt x="49308" y="3950"/>
                    <a:pt x="49290" y="3950"/>
                  </a:cubicBezTo>
                  <a:lnTo>
                    <a:pt x="42041" y="3950"/>
                  </a:lnTo>
                  <a:lnTo>
                    <a:pt x="42041" y="2994"/>
                  </a:lnTo>
                  <a:close/>
                  <a:moveTo>
                    <a:pt x="56003" y="2973"/>
                  </a:moveTo>
                  <a:lnTo>
                    <a:pt x="56003" y="3971"/>
                  </a:lnTo>
                  <a:lnTo>
                    <a:pt x="55005" y="3971"/>
                  </a:lnTo>
                  <a:lnTo>
                    <a:pt x="55005" y="2973"/>
                  </a:lnTo>
                  <a:close/>
                  <a:moveTo>
                    <a:pt x="57956" y="2973"/>
                  </a:moveTo>
                  <a:lnTo>
                    <a:pt x="57956" y="3971"/>
                  </a:lnTo>
                  <a:lnTo>
                    <a:pt x="56960" y="3971"/>
                  </a:lnTo>
                  <a:lnTo>
                    <a:pt x="56960" y="2973"/>
                  </a:lnTo>
                  <a:close/>
                  <a:moveTo>
                    <a:pt x="59860" y="2973"/>
                  </a:moveTo>
                  <a:lnTo>
                    <a:pt x="59860" y="3971"/>
                  </a:lnTo>
                  <a:lnTo>
                    <a:pt x="58864" y="3971"/>
                  </a:lnTo>
                  <a:lnTo>
                    <a:pt x="58864" y="2973"/>
                  </a:lnTo>
                  <a:close/>
                  <a:moveTo>
                    <a:pt x="61617" y="2973"/>
                  </a:moveTo>
                  <a:lnTo>
                    <a:pt x="61617" y="3971"/>
                  </a:lnTo>
                  <a:lnTo>
                    <a:pt x="60620" y="3971"/>
                  </a:lnTo>
                  <a:lnTo>
                    <a:pt x="60620" y="2973"/>
                  </a:lnTo>
                  <a:close/>
                  <a:moveTo>
                    <a:pt x="8647" y="0"/>
                  </a:moveTo>
                  <a:lnTo>
                    <a:pt x="1998" y="12"/>
                  </a:lnTo>
                  <a:cubicBezTo>
                    <a:pt x="1626" y="13"/>
                    <a:pt x="1274" y="181"/>
                    <a:pt x="1046" y="466"/>
                  </a:cubicBezTo>
                  <a:lnTo>
                    <a:pt x="1" y="1776"/>
                  </a:lnTo>
                  <a:lnTo>
                    <a:pt x="1" y="4716"/>
                  </a:lnTo>
                  <a:lnTo>
                    <a:pt x="63345" y="4716"/>
                  </a:lnTo>
                  <a:lnTo>
                    <a:pt x="63345" y="1561"/>
                  </a:lnTo>
                  <a:lnTo>
                    <a:pt x="42041" y="1561"/>
                  </a:lnTo>
                  <a:lnTo>
                    <a:pt x="42041" y="1558"/>
                  </a:lnTo>
                  <a:lnTo>
                    <a:pt x="12828" y="1558"/>
                  </a:lnTo>
                  <a:lnTo>
                    <a:pt x="12828" y="1561"/>
                  </a:lnTo>
                  <a:lnTo>
                    <a:pt x="10661" y="1561"/>
                  </a:lnTo>
                  <a:cubicBezTo>
                    <a:pt x="10436" y="1561"/>
                    <a:pt x="10228" y="1446"/>
                    <a:pt x="10111" y="1259"/>
                  </a:cubicBezTo>
                  <a:lnTo>
                    <a:pt x="9684" y="570"/>
                  </a:lnTo>
                  <a:cubicBezTo>
                    <a:pt x="9464" y="215"/>
                    <a:pt x="9072" y="0"/>
                    <a:pt x="86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" name="Google Shape;16;p2"/>
            <p:cNvGrpSpPr/>
            <p:nvPr/>
          </p:nvGrpSpPr>
          <p:grpSpPr>
            <a:xfrm>
              <a:off x="8615858" y="363744"/>
              <a:ext cx="95883" cy="90921"/>
              <a:chOff x="9836708" y="522994"/>
              <a:chExt cx="95883" cy="90921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9836708" y="522994"/>
                <a:ext cx="87301" cy="90921"/>
              </a:xfrm>
              <a:custGeom>
                <a:avLst/>
                <a:gdLst/>
                <a:ahLst/>
                <a:cxnLst/>
                <a:rect l="l" t="t" r="r" b="b"/>
                <a:pathLst>
                  <a:path w="651" h="678" extrusionOk="0">
                    <a:moveTo>
                      <a:pt x="594" y="1"/>
                    </a:moveTo>
                    <a:lnTo>
                      <a:pt x="0" y="621"/>
                    </a:lnTo>
                    <a:lnTo>
                      <a:pt x="57" y="677"/>
                    </a:lnTo>
                    <a:lnTo>
                      <a:pt x="650" y="55"/>
                    </a:lnTo>
                    <a:lnTo>
                      <a:pt x="59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9838451" y="525408"/>
                <a:ext cx="94140" cy="87167"/>
              </a:xfrm>
              <a:custGeom>
                <a:avLst/>
                <a:gdLst/>
                <a:ahLst/>
                <a:cxnLst/>
                <a:rect l="l" t="t" r="r" b="b"/>
                <a:pathLst>
                  <a:path w="702" h="650" extrusionOk="0">
                    <a:moveTo>
                      <a:pt x="54" y="1"/>
                    </a:moveTo>
                    <a:lnTo>
                      <a:pt x="0" y="58"/>
                    </a:lnTo>
                    <a:lnTo>
                      <a:pt x="647" y="649"/>
                    </a:lnTo>
                    <a:lnTo>
                      <a:pt x="701" y="592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" name="Google Shape;19;p2"/>
            <p:cNvSpPr/>
            <p:nvPr/>
          </p:nvSpPr>
          <p:spPr>
            <a:xfrm>
              <a:off x="7063999" y="1103467"/>
              <a:ext cx="69063" cy="69063"/>
            </a:xfrm>
            <a:custGeom>
              <a:avLst/>
              <a:gdLst/>
              <a:ahLst/>
              <a:cxnLst/>
              <a:rect l="l" t="t" r="r" b="b"/>
              <a:pathLst>
                <a:path w="515" h="515" extrusionOk="0">
                  <a:moveTo>
                    <a:pt x="258" y="1"/>
                  </a:moveTo>
                  <a:cubicBezTo>
                    <a:pt x="117" y="1"/>
                    <a:pt x="1" y="115"/>
                    <a:pt x="1" y="258"/>
                  </a:cubicBezTo>
                  <a:cubicBezTo>
                    <a:pt x="1" y="399"/>
                    <a:pt x="117" y="514"/>
                    <a:pt x="258" y="514"/>
                  </a:cubicBezTo>
                  <a:cubicBezTo>
                    <a:pt x="399" y="514"/>
                    <a:pt x="514" y="399"/>
                    <a:pt x="514" y="258"/>
                  </a:cubicBezTo>
                  <a:cubicBezTo>
                    <a:pt x="514" y="115"/>
                    <a:pt x="399" y="1"/>
                    <a:pt x="2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" name="Google Shape;20;p2"/>
            <p:cNvGrpSpPr/>
            <p:nvPr/>
          </p:nvGrpSpPr>
          <p:grpSpPr>
            <a:xfrm>
              <a:off x="7053002" y="1092202"/>
              <a:ext cx="123644" cy="122571"/>
              <a:chOff x="8273852" y="1251452"/>
              <a:chExt cx="123644" cy="122571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8273852" y="1251452"/>
                <a:ext cx="91324" cy="91592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83" extrusionOk="0">
                    <a:moveTo>
                      <a:pt x="340" y="85"/>
                    </a:moveTo>
                    <a:cubicBezTo>
                      <a:pt x="481" y="85"/>
                      <a:pt x="596" y="199"/>
                      <a:pt x="596" y="342"/>
                    </a:cubicBezTo>
                    <a:cubicBezTo>
                      <a:pt x="596" y="483"/>
                      <a:pt x="481" y="598"/>
                      <a:pt x="340" y="598"/>
                    </a:cubicBezTo>
                    <a:cubicBezTo>
                      <a:pt x="199" y="598"/>
                      <a:pt x="83" y="483"/>
                      <a:pt x="83" y="342"/>
                    </a:cubicBezTo>
                    <a:cubicBezTo>
                      <a:pt x="83" y="199"/>
                      <a:pt x="199" y="85"/>
                      <a:pt x="340" y="85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41"/>
                    </a:cubicBezTo>
                    <a:cubicBezTo>
                      <a:pt x="1" y="529"/>
                      <a:pt x="153" y="682"/>
                      <a:pt x="340" y="682"/>
                    </a:cubicBezTo>
                    <a:cubicBezTo>
                      <a:pt x="421" y="682"/>
                      <a:pt x="496" y="653"/>
                      <a:pt x="554" y="605"/>
                    </a:cubicBezTo>
                    <a:lnTo>
                      <a:pt x="526" y="577"/>
                    </a:lnTo>
                    <a:lnTo>
                      <a:pt x="585" y="518"/>
                    </a:lnTo>
                    <a:lnTo>
                      <a:pt x="611" y="546"/>
                    </a:lnTo>
                    <a:cubicBezTo>
                      <a:pt x="654" y="488"/>
                      <a:pt x="680" y="418"/>
                      <a:pt x="680" y="341"/>
                    </a:cubicBezTo>
                    <a:cubicBezTo>
                      <a:pt x="680" y="153"/>
                      <a:pt x="527" y="1"/>
                      <a:pt x="34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348012" y="1324539"/>
                <a:ext cx="49484" cy="49484"/>
              </a:xfrm>
              <a:custGeom>
                <a:avLst/>
                <a:gdLst/>
                <a:ahLst/>
                <a:cxnLst/>
                <a:rect l="l" t="t" r="r" b="b"/>
                <a:pathLst>
                  <a:path w="369" h="369" extrusionOk="0">
                    <a:moveTo>
                      <a:pt x="58" y="1"/>
                    </a:moveTo>
                    <a:cubicBezTo>
                      <a:pt x="42" y="22"/>
                      <a:pt x="22" y="44"/>
                      <a:pt x="1" y="60"/>
                    </a:cubicBezTo>
                    <a:lnTo>
                      <a:pt x="309" y="369"/>
                    </a:lnTo>
                    <a:lnTo>
                      <a:pt x="368" y="309"/>
                    </a:lnTo>
                    <a:lnTo>
                      <a:pt x="5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8344257" y="1321052"/>
                <a:ext cx="11667" cy="11533"/>
              </a:xfrm>
              <a:custGeom>
                <a:avLst/>
                <a:gdLst/>
                <a:ahLst/>
                <a:cxnLst/>
                <a:rect l="l" t="t" r="r" b="b"/>
                <a:pathLst>
                  <a:path w="87" h="86" extrusionOk="0">
                    <a:moveTo>
                      <a:pt x="60" y="1"/>
                    </a:moveTo>
                    <a:lnTo>
                      <a:pt x="1" y="58"/>
                    </a:lnTo>
                    <a:lnTo>
                      <a:pt x="29" y="86"/>
                    </a:lnTo>
                    <a:cubicBezTo>
                      <a:pt x="50" y="70"/>
                      <a:pt x="70" y="48"/>
                      <a:pt x="86" y="27"/>
                    </a:cubicBezTo>
                    <a:lnTo>
                      <a:pt x="6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" name="Google Shape;24;p2"/>
            <p:cNvSpPr/>
            <p:nvPr/>
          </p:nvSpPr>
          <p:spPr>
            <a:xfrm>
              <a:off x="8125698" y="398541"/>
              <a:ext cx="92665" cy="13276"/>
            </a:xfrm>
            <a:custGeom>
              <a:avLst/>
              <a:gdLst/>
              <a:ahLst/>
              <a:cxnLst/>
              <a:rect l="l" t="t" r="r" b="b"/>
              <a:pathLst>
                <a:path w="691" h="99" extrusionOk="0">
                  <a:moveTo>
                    <a:pt x="1" y="0"/>
                  </a:moveTo>
                  <a:lnTo>
                    <a:pt x="1" y="99"/>
                  </a:lnTo>
                  <a:lnTo>
                    <a:pt x="690" y="99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700862" y="1086569"/>
              <a:ext cx="133968" cy="133968"/>
            </a:xfrm>
            <a:custGeom>
              <a:avLst/>
              <a:gdLst/>
              <a:ahLst/>
              <a:cxnLst/>
              <a:rect l="l" t="t" r="r" b="b"/>
              <a:pathLst>
                <a:path w="999" h="999" extrusionOk="0">
                  <a:moveTo>
                    <a:pt x="1" y="0"/>
                  </a:moveTo>
                  <a:lnTo>
                    <a:pt x="1" y="998"/>
                  </a:lnTo>
                  <a:lnTo>
                    <a:pt x="999" y="998"/>
                  </a:lnTo>
                  <a:lnTo>
                    <a:pt x="9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218372" y="1086569"/>
              <a:ext cx="133834" cy="133968"/>
            </a:xfrm>
            <a:custGeom>
              <a:avLst/>
              <a:gdLst/>
              <a:ahLst/>
              <a:cxnLst/>
              <a:rect l="l" t="t" r="r" b="b"/>
              <a:pathLst>
                <a:path w="998" h="999" extrusionOk="0">
                  <a:moveTo>
                    <a:pt x="1" y="0"/>
                  </a:moveTo>
                  <a:lnTo>
                    <a:pt x="1" y="998"/>
                  </a:lnTo>
                  <a:lnTo>
                    <a:pt x="997" y="998"/>
                  </a:lnTo>
                  <a:lnTo>
                    <a:pt x="99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7963036" y="1086569"/>
              <a:ext cx="133834" cy="133968"/>
            </a:xfrm>
            <a:custGeom>
              <a:avLst/>
              <a:gdLst/>
              <a:ahLst/>
              <a:cxnLst/>
              <a:rect l="l" t="t" r="r" b="b"/>
              <a:pathLst>
                <a:path w="998" h="999" extrusionOk="0">
                  <a:moveTo>
                    <a:pt x="1" y="0"/>
                  </a:moveTo>
                  <a:lnTo>
                    <a:pt x="1" y="998"/>
                  </a:lnTo>
                  <a:lnTo>
                    <a:pt x="997" y="998"/>
                  </a:lnTo>
                  <a:lnTo>
                    <a:pt x="99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453725" y="1086569"/>
              <a:ext cx="133968" cy="133968"/>
            </a:xfrm>
            <a:custGeom>
              <a:avLst/>
              <a:gdLst/>
              <a:ahLst/>
              <a:cxnLst/>
              <a:rect l="l" t="t" r="r" b="b"/>
              <a:pathLst>
                <a:path w="999" h="999" extrusionOk="0">
                  <a:moveTo>
                    <a:pt x="1" y="0"/>
                  </a:moveTo>
                  <a:lnTo>
                    <a:pt x="1" y="998"/>
                  </a:lnTo>
                  <a:lnTo>
                    <a:pt x="999" y="998"/>
                  </a:lnTo>
                  <a:lnTo>
                    <a:pt x="9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854509" y="1089654"/>
              <a:ext cx="1084621" cy="127934"/>
            </a:xfrm>
            <a:custGeom>
              <a:avLst/>
              <a:gdLst/>
              <a:ahLst/>
              <a:cxnLst/>
              <a:rect l="l" t="t" r="r" b="b"/>
              <a:pathLst>
                <a:path w="8088" h="954" extrusionOk="0">
                  <a:moveTo>
                    <a:pt x="1" y="0"/>
                  </a:moveTo>
                  <a:lnTo>
                    <a:pt x="1" y="954"/>
                  </a:lnTo>
                  <a:lnTo>
                    <a:pt x="8054" y="954"/>
                  </a:lnTo>
                  <a:cubicBezTo>
                    <a:pt x="8072" y="954"/>
                    <a:pt x="8087" y="939"/>
                    <a:pt x="8087" y="921"/>
                  </a:cubicBezTo>
                  <a:lnTo>
                    <a:pt x="8087" y="33"/>
                  </a:lnTo>
                  <a:cubicBezTo>
                    <a:pt x="8087" y="15"/>
                    <a:pt x="8072" y="0"/>
                    <a:pt x="80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23525" y="1089386"/>
              <a:ext cx="2025618" cy="128202"/>
            </a:xfrm>
            <a:custGeom>
              <a:avLst/>
              <a:gdLst/>
              <a:ahLst/>
              <a:cxnLst/>
              <a:rect l="l" t="t" r="r" b="b"/>
              <a:pathLst>
                <a:path w="15105" h="956" extrusionOk="0">
                  <a:moveTo>
                    <a:pt x="34" y="0"/>
                  </a:moveTo>
                  <a:cubicBezTo>
                    <a:pt x="16" y="2"/>
                    <a:pt x="1" y="15"/>
                    <a:pt x="1" y="33"/>
                  </a:cubicBezTo>
                  <a:lnTo>
                    <a:pt x="1" y="923"/>
                  </a:lnTo>
                  <a:cubicBezTo>
                    <a:pt x="1" y="941"/>
                    <a:pt x="16" y="956"/>
                    <a:pt x="34" y="956"/>
                  </a:cubicBezTo>
                  <a:lnTo>
                    <a:pt x="15105" y="956"/>
                  </a:lnTo>
                  <a:lnTo>
                    <a:pt x="151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" name="Google Shape;31;p2"/>
            <p:cNvGrpSpPr/>
            <p:nvPr/>
          </p:nvGrpSpPr>
          <p:grpSpPr>
            <a:xfrm>
              <a:off x="8377225" y="355925"/>
              <a:ext cx="107100" cy="98525"/>
              <a:chOff x="8377225" y="355925"/>
              <a:chExt cx="107100" cy="98525"/>
            </a:xfrm>
          </p:grpSpPr>
          <p:sp>
            <p:nvSpPr>
              <p:cNvPr id="32" name="Google Shape;32;p2"/>
              <p:cNvSpPr/>
              <p:nvPr/>
            </p:nvSpPr>
            <p:spPr>
              <a:xfrm>
                <a:off x="8377225" y="385450"/>
                <a:ext cx="69000" cy="69000"/>
              </a:xfrm>
              <a:prstGeom prst="rect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8415325" y="355925"/>
                <a:ext cx="69000" cy="69000"/>
              </a:xfrm>
              <a:prstGeom prst="rect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069750" y="2246803"/>
            <a:ext cx="7004400" cy="7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2307550" y="3261289"/>
            <a:ext cx="4528800" cy="4179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8"/>
          <p:cNvGrpSpPr/>
          <p:nvPr/>
        </p:nvGrpSpPr>
        <p:grpSpPr>
          <a:xfrm>
            <a:off x="324550" y="317747"/>
            <a:ext cx="8494878" cy="4508007"/>
            <a:chOff x="324550" y="317747"/>
            <a:chExt cx="8494878" cy="4508007"/>
          </a:xfrm>
        </p:grpSpPr>
        <p:grpSp>
          <p:nvGrpSpPr>
            <p:cNvPr id="121" name="Google Shape;121;p8"/>
            <p:cNvGrpSpPr/>
            <p:nvPr/>
          </p:nvGrpSpPr>
          <p:grpSpPr>
            <a:xfrm>
              <a:off x="324572" y="317747"/>
              <a:ext cx="8494857" cy="189085"/>
              <a:chOff x="324572" y="317747"/>
              <a:chExt cx="8494857" cy="189085"/>
            </a:xfrm>
          </p:grpSpPr>
          <p:sp>
            <p:nvSpPr>
              <p:cNvPr id="122" name="Google Shape;122;p8"/>
              <p:cNvSpPr/>
              <p:nvPr/>
            </p:nvSpPr>
            <p:spPr>
              <a:xfrm>
                <a:off x="324572" y="317747"/>
                <a:ext cx="8494857" cy="189085"/>
              </a:xfrm>
              <a:custGeom>
                <a:avLst/>
                <a:gdLst/>
                <a:ahLst/>
                <a:cxnLst/>
                <a:rect l="l" t="t" r="r" b="b"/>
                <a:pathLst>
                  <a:path w="63346" h="1410" extrusionOk="0">
                    <a:moveTo>
                      <a:pt x="59663" y="716"/>
                    </a:moveTo>
                    <a:lnTo>
                      <a:pt x="59663" y="815"/>
                    </a:lnTo>
                    <a:lnTo>
                      <a:pt x="58974" y="815"/>
                    </a:lnTo>
                    <a:lnTo>
                      <a:pt x="58974" y="716"/>
                    </a:lnTo>
                    <a:close/>
                    <a:moveTo>
                      <a:pt x="61211" y="313"/>
                    </a:moveTo>
                    <a:lnTo>
                      <a:pt x="61211" y="887"/>
                    </a:lnTo>
                    <a:lnTo>
                      <a:pt x="60924" y="887"/>
                    </a:lnTo>
                    <a:lnTo>
                      <a:pt x="60924" y="1112"/>
                    </a:lnTo>
                    <a:lnTo>
                      <a:pt x="60351" y="1112"/>
                    </a:lnTo>
                    <a:lnTo>
                      <a:pt x="60351" y="538"/>
                    </a:lnTo>
                    <a:lnTo>
                      <a:pt x="60637" y="538"/>
                    </a:lnTo>
                    <a:lnTo>
                      <a:pt x="60637" y="313"/>
                    </a:lnTo>
                    <a:close/>
                    <a:moveTo>
                      <a:pt x="137" y="1"/>
                    </a:moveTo>
                    <a:cubicBezTo>
                      <a:pt x="61" y="1"/>
                      <a:pt x="1" y="62"/>
                      <a:pt x="1" y="137"/>
                    </a:cubicBezTo>
                    <a:lnTo>
                      <a:pt x="1" y="1409"/>
                    </a:lnTo>
                    <a:lnTo>
                      <a:pt x="63345" y="1409"/>
                    </a:lnTo>
                    <a:lnTo>
                      <a:pt x="63345" y="137"/>
                    </a:lnTo>
                    <a:cubicBezTo>
                      <a:pt x="63345" y="62"/>
                      <a:pt x="63285" y="1"/>
                      <a:pt x="6320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>
                <a:off x="8232650" y="343275"/>
                <a:ext cx="322200" cy="1341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4" name="Google Shape;124;p8"/>
            <p:cNvSpPr/>
            <p:nvPr/>
          </p:nvSpPr>
          <p:spPr>
            <a:xfrm>
              <a:off x="324550" y="490125"/>
              <a:ext cx="8494800" cy="47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8"/>
            <p:cNvSpPr/>
            <p:nvPr/>
          </p:nvSpPr>
          <p:spPr>
            <a:xfrm>
              <a:off x="324572" y="1320314"/>
              <a:ext cx="8494857" cy="3505439"/>
            </a:xfrm>
            <a:custGeom>
              <a:avLst/>
              <a:gdLst/>
              <a:ahLst/>
              <a:cxnLst/>
              <a:rect l="l" t="t" r="r" b="b"/>
              <a:pathLst>
                <a:path w="63346" h="26140" extrusionOk="0">
                  <a:moveTo>
                    <a:pt x="1" y="0"/>
                  </a:moveTo>
                  <a:lnTo>
                    <a:pt x="1" y="26001"/>
                  </a:lnTo>
                  <a:cubicBezTo>
                    <a:pt x="1" y="26077"/>
                    <a:pt x="234" y="26139"/>
                    <a:pt x="523" y="26139"/>
                  </a:cubicBezTo>
                  <a:lnTo>
                    <a:pt x="63345" y="26139"/>
                  </a:lnTo>
                  <a:lnTo>
                    <a:pt x="6334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8"/>
            <p:cNvSpPr/>
            <p:nvPr/>
          </p:nvSpPr>
          <p:spPr>
            <a:xfrm>
              <a:off x="324572" y="687876"/>
              <a:ext cx="8494857" cy="632561"/>
            </a:xfrm>
            <a:custGeom>
              <a:avLst/>
              <a:gdLst/>
              <a:ahLst/>
              <a:cxnLst/>
              <a:rect l="l" t="t" r="r" b="b"/>
              <a:pathLst>
                <a:path w="63346" h="4717" extrusionOk="0">
                  <a:moveTo>
                    <a:pt x="50513" y="3017"/>
                  </a:moveTo>
                  <a:cubicBezTo>
                    <a:pt x="50700" y="3017"/>
                    <a:pt x="50853" y="3170"/>
                    <a:pt x="50853" y="3357"/>
                  </a:cubicBezTo>
                  <a:cubicBezTo>
                    <a:pt x="50853" y="3433"/>
                    <a:pt x="50827" y="3503"/>
                    <a:pt x="50784" y="3561"/>
                  </a:cubicBezTo>
                  <a:lnTo>
                    <a:pt x="51093" y="3869"/>
                  </a:lnTo>
                  <a:lnTo>
                    <a:pt x="51035" y="3929"/>
                  </a:lnTo>
                  <a:lnTo>
                    <a:pt x="50727" y="3620"/>
                  </a:lnTo>
                  <a:cubicBezTo>
                    <a:pt x="50668" y="3668"/>
                    <a:pt x="50594" y="3697"/>
                    <a:pt x="50513" y="3697"/>
                  </a:cubicBezTo>
                  <a:cubicBezTo>
                    <a:pt x="50326" y="3697"/>
                    <a:pt x="50174" y="3544"/>
                    <a:pt x="50174" y="3357"/>
                  </a:cubicBezTo>
                  <a:cubicBezTo>
                    <a:pt x="50174" y="3168"/>
                    <a:pt x="50326" y="3017"/>
                    <a:pt x="50513" y="3017"/>
                  </a:cubicBezTo>
                  <a:close/>
                  <a:moveTo>
                    <a:pt x="12828" y="2996"/>
                  </a:moveTo>
                  <a:lnTo>
                    <a:pt x="12828" y="3950"/>
                  </a:lnTo>
                  <a:lnTo>
                    <a:pt x="1549" y="3950"/>
                  </a:lnTo>
                  <a:cubicBezTo>
                    <a:pt x="1531" y="3950"/>
                    <a:pt x="1516" y="3935"/>
                    <a:pt x="1516" y="3917"/>
                  </a:cubicBezTo>
                  <a:lnTo>
                    <a:pt x="1516" y="3029"/>
                  </a:lnTo>
                  <a:cubicBezTo>
                    <a:pt x="1516" y="3011"/>
                    <a:pt x="1531" y="2996"/>
                    <a:pt x="1549" y="2996"/>
                  </a:cubicBezTo>
                  <a:close/>
                  <a:moveTo>
                    <a:pt x="49290" y="2994"/>
                  </a:moveTo>
                  <a:cubicBezTo>
                    <a:pt x="49308" y="2994"/>
                    <a:pt x="49323" y="3009"/>
                    <a:pt x="49323" y="3027"/>
                  </a:cubicBezTo>
                  <a:lnTo>
                    <a:pt x="49323" y="3917"/>
                  </a:lnTo>
                  <a:cubicBezTo>
                    <a:pt x="49323" y="3935"/>
                    <a:pt x="49308" y="3950"/>
                    <a:pt x="49290" y="3950"/>
                  </a:cubicBezTo>
                  <a:lnTo>
                    <a:pt x="42041" y="3950"/>
                  </a:lnTo>
                  <a:lnTo>
                    <a:pt x="42041" y="2994"/>
                  </a:lnTo>
                  <a:close/>
                  <a:moveTo>
                    <a:pt x="56003" y="2973"/>
                  </a:moveTo>
                  <a:lnTo>
                    <a:pt x="56003" y="3971"/>
                  </a:lnTo>
                  <a:lnTo>
                    <a:pt x="55005" y="3971"/>
                  </a:lnTo>
                  <a:lnTo>
                    <a:pt x="55005" y="2973"/>
                  </a:lnTo>
                  <a:close/>
                  <a:moveTo>
                    <a:pt x="57956" y="2973"/>
                  </a:moveTo>
                  <a:lnTo>
                    <a:pt x="57956" y="3971"/>
                  </a:lnTo>
                  <a:lnTo>
                    <a:pt x="56960" y="3971"/>
                  </a:lnTo>
                  <a:lnTo>
                    <a:pt x="56960" y="2973"/>
                  </a:lnTo>
                  <a:close/>
                  <a:moveTo>
                    <a:pt x="59860" y="2973"/>
                  </a:moveTo>
                  <a:lnTo>
                    <a:pt x="59860" y="3971"/>
                  </a:lnTo>
                  <a:lnTo>
                    <a:pt x="58864" y="3971"/>
                  </a:lnTo>
                  <a:lnTo>
                    <a:pt x="58864" y="2973"/>
                  </a:lnTo>
                  <a:close/>
                  <a:moveTo>
                    <a:pt x="61617" y="2973"/>
                  </a:moveTo>
                  <a:lnTo>
                    <a:pt x="61617" y="3971"/>
                  </a:lnTo>
                  <a:lnTo>
                    <a:pt x="60620" y="3971"/>
                  </a:lnTo>
                  <a:lnTo>
                    <a:pt x="60620" y="2973"/>
                  </a:lnTo>
                  <a:close/>
                  <a:moveTo>
                    <a:pt x="8647" y="0"/>
                  </a:moveTo>
                  <a:lnTo>
                    <a:pt x="1998" y="12"/>
                  </a:lnTo>
                  <a:cubicBezTo>
                    <a:pt x="1626" y="13"/>
                    <a:pt x="1274" y="181"/>
                    <a:pt x="1046" y="466"/>
                  </a:cubicBezTo>
                  <a:lnTo>
                    <a:pt x="1" y="1776"/>
                  </a:lnTo>
                  <a:lnTo>
                    <a:pt x="1" y="4716"/>
                  </a:lnTo>
                  <a:lnTo>
                    <a:pt x="63345" y="4716"/>
                  </a:lnTo>
                  <a:lnTo>
                    <a:pt x="63345" y="1561"/>
                  </a:lnTo>
                  <a:lnTo>
                    <a:pt x="42041" y="1561"/>
                  </a:lnTo>
                  <a:lnTo>
                    <a:pt x="42041" y="1558"/>
                  </a:lnTo>
                  <a:lnTo>
                    <a:pt x="12828" y="1558"/>
                  </a:lnTo>
                  <a:lnTo>
                    <a:pt x="12828" y="1561"/>
                  </a:lnTo>
                  <a:lnTo>
                    <a:pt x="10661" y="1561"/>
                  </a:lnTo>
                  <a:cubicBezTo>
                    <a:pt x="10436" y="1561"/>
                    <a:pt x="10228" y="1446"/>
                    <a:pt x="10111" y="1259"/>
                  </a:cubicBezTo>
                  <a:lnTo>
                    <a:pt x="9684" y="570"/>
                  </a:lnTo>
                  <a:cubicBezTo>
                    <a:pt x="9464" y="215"/>
                    <a:pt x="9072" y="0"/>
                    <a:pt x="86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7" name="Google Shape;127;p8"/>
            <p:cNvGrpSpPr/>
            <p:nvPr/>
          </p:nvGrpSpPr>
          <p:grpSpPr>
            <a:xfrm>
              <a:off x="8615858" y="363744"/>
              <a:ext cx="95883" cy="90921"/>
              <a:chOff x="9836708" y="522994"/>
              <a:chExt cx="95883" cy="90921"/>
            </a:xfrm>
          </p:grpSpPr>
          <p:sp>
            <p:nvSpPr>
              <p:cNvPr id="128" name="Google Shape;128;p8"/>
              <p:cNvSpPr/>
              <p:nvPr/>
            </p:nvSpPr>
            <p:spPr>
              <a:xfrm>
                <a:off x="9836708" y="522994"/>
                <a:ext cx="87301" cy="90921"/>
              </a:xfrm>
              <a:custGeom>
                <a:avLst/>
                <a:gdLst/>
                <a:ahLst/>
                <a:cxnLst/>
                <a:rect l="l" t="t" r="r" b="b"/>
                <a:pathLst>
                  <a:path w="651" h="678" extrusionOk="0">
                    <a:moveTo>
                      <a:pt x="594" y="1"/>
                    </a:moveTo>
                    <a:lnTo>
                      <a:pt x="0" y="621"/>
                    </a:lnTo>
                    <a:lnTo>
                      <a:pt x="57" y="677"/>
                    </a:lnTo>
                    <a:lnTo>
                      <a:pt x="650" y="55"/>
                    </a:lnTo>
                    <a:lnTo>
                      <a:pt x="59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8"/>
              <p:cNvSpPr/>
              <p:nvPr/>
            </p:nvSpPr>
            <p:spPr>
              <a:xfrm>
                <a:off x="9838451" y="525408"/>
                <a:ext cx="94140" cy="87167"/>
              </a:xfrm>
              <a:custGeom>
                <a:avLst/>
                <a:gdLst/>
                <a:ahLst/>
                <a:cxnLst/>
                <a:rect l="l" t="t" r="r" b="b"/>
                <a:pathLst>
                  <a:path w="702" h="650" extrusionOk="0">
                    <a:moveTo>
                      <a:pt x="54" y="1"/>
                    </a:moveTo>
                    <a:lnTo>
                      <a:pt x="0" y="58"/>
                    </a:lnTo>
                    <a:lnTo>
                      <a:pt x="647" y="649"/>
                    </a:lnTo>
                    <a:lnTo>
                      <a:pt x="701" y="592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0" name="Google Shape;130;p8"/>
            <p:cNvSpPr/>
            <p:nvPr/>
          </p:nvSpPr>
          <p:spPr>
            <a:xfrm>
              <a:off x="7063999" y="1103467"/>
              <a:ext cx="69063" cy="69063"/>
            </a:xfrm>
            <a:custGeom>
              <a:avLst/>
              <a:gdLst/>
              <a:ahLst/>
              <a:cxnLst/>
              <a:rect l="l" t="t" r="r" b="b"/>
              <a:pathLst>
                <a:path w="515" h="515" extrusionOk="0">
                  <a:moveTo>
                    <a:pt x="258" y="1"/>
                  </a:moveTo>
                  <a:cubicBezTo>
                    <a:pt x="117" y="1"/>
                    <a:pt x="1" y="115"/>
                    <a:pt x="1" y="258"/>
                  </a:cubicBezTo>
                  <a:cubicBezTo>
                    <a:pt x="1" y="399"/>
                    <a:pt x="117" y="514"/>
                    <a:pt x="258" y="514"/>
                  </a:cubicBezTo>
                  <a:cubicBezTo>
                    <a:pt x="399" y="514"/>
                    <a:pt x="514" y="399"/>
                    <a:pt x="514" y="258"/>
                  </a:cubicBezTo>
                  <a:cubicBezTo>
                    <a:pt x="514" y="115"/>
                    <a:pt x="399" y="1"/>
                    <a:pt x="2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1" name="Google Shape;131;p8"/>
            <p:cNvGrpSpPr/>
            <p:nvPr/>
          </p:nvGrpSpPr>
          <p:grpSpPr>
            <a:xfrm>
              <a:off x="7053002" y="1092202"/>
              <a:ext cx="123644" cy="122571"/>
              <a:chOff x="8273852" y="1251452"/>
              <a:chExt cx="123644" cy="122571"/>
            </a:xfrm>
          </p:grpSpPr>
          <p:sp>
            <p:nvSpPr>
              <p:cNvPr id="132" name="Google Shape;132;p8"/>
              <p:cNvSpPr/>
              <p:nvPr/>
            </p:nvSpPr>
            <p:spPr>
              <a:xfrm>
                <a:off x="8273852" y="1251452"/>
                <a:ext cx="91324" cy="91592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83" extrusionOk="0">
                    <a:moveTo>
                      <a:pt x="340" y="85"/>
                    </a:moveTo>
                    <a:cubicBezTo>
                      <a:pt x="481" y="85"/>
                      <a:pt x="596" y="199"/>
                      <a:pt x="596" y="342"/>
                    </a:cubicBezTo>
                    <a:cubicBezTo>
                      <a:pt x="596" y="483"/>
                      <a:pt x="481" y="598"/>
                      <a:pt x="340" y="598"/>
                    </a:cubicBezTo>
                    <a:cubicBezTo>
                      <a:pt x="199" y="598"/>
                      <a:pt x="83" y="483"/>
                      <a:pt x="83" y="342"/>
                    </a:cubicBezTo>
                    <a:cubicBezTo>
                      <a:pt x="83" y="199"/>
                      <a:pt x="199" y="85"/>
                      <a:pt x="340" y="85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41"/>
                    </a:cubicBezTo>
                    <a:cubicBezTo>
                      <a:pt x="1" y="529"/>
                      <a:pt x="153" y="682"/>
                      <a:pt x="340" y="682"/>
                    </a:cubicBezTo>
                    <a:cubicBezTo>
                      <a:pt x="421" y="682"/>
                      <a:pt x="496" y="653"/>
                      <a:pt x="554" y="605"/>
                    </a:cubicBezTo>
                    <a:lnTo>
                      <a:pt x="526" y="577"/>
                    </a:lnTo>
                    <a:lnTo>
                      <a:pt x="585" y="518"/>
                    </a:lnTo>
                    <a:lnTo>
                      <a:pt x="611" y="546"/>
                    </a:lnTo>
                    <a:cubicBezTo>
                      <a:pt x="654" y="488"/>
                      <a:pt x="680" y="418"/>
                      <a:pt x="680" y="341"/>
                    </a:cubicBezTo>
                    <a:cubicBezTo>
                      <a:pt x="680" y="153"/>
                      <a:pt x="527" y="1"/>
                      <a:pt x="34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8"/>
              <p:cNvSpPr/>
              <p:nvPr/>
            </p:nvSpPr>
            <p:spPr>
              <a:xfrm>
                <a:off x="8348012" y="1324539"/>
                <a:ext cx="49484" cy="49484"/>
              </a:xfrm>
              <a:custGeom>
                <a:avLst/>
                <a:gdLst/>
                <a:ahLst/>
                <a:cxnLst/>
                <a:rect l="l" t="t" r="r" b="b"/>
                <a:pathLst>
                  <a:path w="369" h="369" extrusionOk="0">
                    <a:moveTo>
                      <a:pt x="58" y="1"/>
                    </a:moveTo>
                    <a:cubicBezTo>
                      <a:pt x="42" y="22"/>
                      <a:pt x="22" y="44"/>
                      <a:pt x="1" y="60"/>
                    </a:cubicBezTo>
                    <a:lnTo>
                      <a:pt x="309" y="369"/>
                    </a:lnTo>
                    <a:lnTo>
                      <a:pt x="368" y="309"/>
                    </a:lnTo>
                    <a:lnTo>
                      <a:pt x="5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8"/>
              <p:cNvSpPr/>
              <p:nvPr/>
            </p:nvSpPr>
            <p:spPr>
              <a:xfrm>
                <a:off x="8344257" y="1321052"/>
                <a:ext cx="11667" cy="11533"/>
              </a:xfrm>
              <a:custGeom>
                <a:avLst/>
                <a:gdLst/>
                <a:ahLst/>
                <a:cxnLst/>
                <a:rect l="l" t="t" r="r" b="b"/>
                <a:pathLst>
                  <a:path w="87" h="86" extrusionOk="0">
                    <a:moveTo>
                      <a:pt x="60" y="1"/>
                    </a:moveTo>
                    <a:lnTo>
                      <a:pt x="1" y="58"/>
                    </a:lnTo>
                    <a:lnTo>
                      <a:pt x="29" y="86"/>
                    </a:lnTo>
                    <a:cubicBezTo>
                      <a:pt x="50" y="70"/>
                      <a:pt x="70" y="48"/>
                      <a:pt x="86" y="27"/>
                    </a:cubicBezTo>
                    <a:lnTo>
                      <a:pt x="6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5" name="Google Shape;135;p8"/>
            <p:cNvSpPr/>
            <p:nvPr/>
          </p:nvSpPr>
          <p:spPr>
            <a:xfrm>
              <a:off x="8125698" y="398541"/>
              <a:ext cx="92665" cy="13276"/>
            </a:xfrm>
            <a:custGeom>
              <a:avLst/>
              <a:gdLst/>
              <a:ahLst/>
              <a:cxnLst/>
              <a:rect l="l" t="t" r="r" b="b"/>
              <a:pathLst>
                <a:path w="691" h="99" extrusionOk="0">
                  <a:moveTo>
                    <a:pt x="1" y="0"/>
                  </a:moveTo>
                  <a:lnTo>
                    <a:pt x="1" y="99"/>
                  </a:lnTo>
                  <a:lnTo>
                    <a:pt x="690" y="99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7700862" y="1086569"/>
              <a:ext cx="133968" cy="133968"/>
            </a:xfrm>
            <a:custGeom>
              <a:avLst/>
              <a:gdLst/>
              <a:ahLst/>
              <a:cxnLst/>
              <a:rect l="l" t="t" r="r" b="b"/>
              <a:pathLst>
                <a:path w="999" h="999" extrusionOk="0">
                  <a:moveTo>
                    <a:pt x="1" y="0"/>
                  </a:moveTo>
                  <a:lnTo>
                    <a:pt x="1" y="998"/>
                  </a:lnTo>
                  <a:lnTo>
                    <a:pt x="999" y="998"/>
                  </a:lnTo>
                  <a:lnTo>
                    <a:pt x="9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8"/>
            <p:cNvSpPr/>
            <p:nvPr/>
          </p:nvSpPr>
          <p:spPr>
            <a:xfrm>
              <a:off x="8218372" y="1086569"/>
              <a:ext cx="133834" cy="133968"/>
            </a:xfrm>
            <a:custGeom>
              <a:avLst/>
              <a:gdLst/>
              <a:ahLst/>
              <a:cxnLst/>
              <a:rect l="l" t="t" r="r" b="b"/>
              <a:pathLst>
                <a:path w="998" h="999" extrusionOk="0">
                  <a:moveTo>
                    <a:pt x="1" y="0"/>
                  </a:moveTo>
                  <a:lnTo>
                    <a:pt x="1" y="998"/>
                  </a:lnTo>
                  <a:lnTo>
                    <a:pt x="997" y="998"/>
                  </a:lnTo>
                  <a:lnTo>
                    <a:pt x="99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7963036" y="1086569"/>
              <a:ext cx="133834" cy="133968"/>
            </a:xfrm>
            <a:custGeom>
              <a:avLst/>
              <a:gdLst/>
              <a:ahLst/>
              <a:cxnLst/>
              <a:rect l="l" t="t" r="r" b="b"/>
              <a:pathLst>
                <a:path w="998" h="999" extrusionOk="0">
                  <a:moveTo>
                    <a:pt x="1" y="0"/>
                  </a:moveTo>
                  <a:lnTo>
                    <a:pt x="1" y="998"/>
                  </a:lnTo>
                  <a:lnTo>
                    <a:pt x="997" y="998"/>
                  </a:lnTo>
                  <a:lnTo>
                    <a:pt x="99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8"/>
            <p:cNvSpPr/>
            <p:nvPr/>
          </p:nvSpPr>
          <p:spPr>
            <a:xfrm>
              <a:off x="8453725" y="1086569"/>
              <a:ext cx="133968" cy="133968"/>
            </a:xfrm>
            <a:custGeom>
              <a:avLst/>
              <a:gdLst/>
              <a:ahLst/>
              <a:cxnLst/>
              <a:rect l="l" t="t" r="r" b="b"/>
              <a:pathLst>
                <a:path w="999" h="999" extrusionOk="0">
                  <a:moveTo>
                    <a:pt x="1" y="0"/>
                  </a:moveTo>
                  <a:lnTo>
                    <a:pt x="1" y="998"/>
                  </a:lnTo>
                  <a:lnTo>
                    <a:pt x="999" y="998"/>
                  </a:lnTo>
                  <a:lnTo>
                    <a:pt x="9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5854509" y="1089654"/>
              <a:ext cx="1084621" cy="127934"/>
            </a:xfrm>
            <a:custGeom>
              <a:avLst/>
              <a:gdLst/>
              <a:ahLst/>
              <a:cxnLst/>
              <a:rect l="l" t="t" r="r" b="b"/>
              <a:pathLst>
                <a:path w="8088" h="954" extrusionOk="0">
                  <a:moveTo>
                    <a:pt x="1" y="0"/>
                  </a:moveTo>
                  <a:lnTo>
                    <a:pt x="1" y="954"/>
                  </a:lnTo>
                  <a:lnTo>
                    <a:pt x="8054" y="954"/>
                  </a:lnTo>
                  <a:cubicBezTo>
                    <a:pt x="8072" y="954"/>
                    <a:pt x="8087" y="939"/>
                    <a:pt x="8087" y="921"/>
                  </a:cubicBezTo>
                  <a:lnTo>
                    <a:pt x="8087" y="33"/>
                  </a:lnTo>
                  <a:cubicBezTo>
                    <a:pt x="8087" y="15"/>
                    <a:pt x="8072" y="0"/>
                    <a:pt x="80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8"/>
            <p:cNvSpPr/>
            <p:nvPr/>
          </p:nvSpPr>
          <p:spPr>
            <a:xfrm>
              <a:off x="523525" y="1089386"/>
              <a:ext cx="2025618" cy="128202"/>
            </a:xfrm>
            <a:custGeom>
              <a:avLst/>
              <a:gdLst/>
              <a:ahLst/>
              <a:cxnLst/>
              <a:rect l="l" t="t" r="r" b="b"/>
              <a:pathLst>
                <a:path w="15105" h="956" extrusionOk="0">
                  <a:moveTo>
                    <a:pt x="34" y="0"/>
                  </a:moveTo>
                  <a:cubicBezTo>
                    <a:pt x="16" y="2"/>
                    <a:pt x="1" y="15"/>
                    <a:pt x="1" y="33"/>
                  </a:cubicBezTo>
                  <a:lnTo>
                    <a:pt x="1" y="923"/>
                  </a:lnTo>
                  <a:cubicBezTo>
                    <a:pt x="1" y="941"/>
                    <a:pt x="16" y="956"/>
                    <a:pt x="34" y="956"/>
                  </a:cubicBezTo>
                  <a:lnTo>
                    <a:pt x="15105" y="956"/>
                  </a:lnTo>
                  <a:lnTo>
                    <a:pt x="151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2" name="Google Shape;142;p8"/>
            <p:cNvGrpSpPr/>
            <p:nvPr/>
          </p:nvGrpSpPr>
          <p:grpSpPr>
            <a:xfrm>
              <a:off x="8377225" y="355925"/>
              <a:ext cx="107100" cy="98525"/>
              <a:chOff x="8377225" y="355925"/>
              <a:chExt cx="107100" cy="98525"/>
            </a:xfrm>
          </p:grpSpPr>
          <p:sp>
            <p:nvSpPr>
              <p:cNvPr id="143" name="Google Shape;143;p8"/>
              <p:cNvSpPr/>
              <p:nvPr/>
            </p:nvSpPr>
            <p:spPr>
              <a:xfrm>
                <a:off x="8377225" y="385450"/>
                <a:ext cx="69000" cy="69000"/>
              </a:xfrm>
              <a:prstGeom prst="rect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8"/>
              <p:cNvSpPr/>
              <p:nvPr/>
            </p:nvSpPr>
            <p:spPr>
              <a:xfrm>
                <a:off x="8415325" y="355925"/>
                <a:ext cx="69000" cy="69000"/>
              </a:xfrm>
              <a:prstGeom prst="rect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5" name="Google Shape;145;p8"/>
          <p:cNvSpPr txBox="1">
            <a:spLocks noGrp="1"/>
          </p:cNvSpPr>
          <p:nvPr>
            <p:ph type="title"/>
          </p:nvPr>
        </p:nvSpPr>
        <p:spPr>
          <a:xfrm>
            <a:off x="2453250" y="1954600"/>
            <a:ext cx="4237500" cy="1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9"/>
          <p:cNvGrpSpPr/>
          <p:nvPr/>
        </p:nvGrpSpPr>
        <p:grpSpPr>
          <a:xfrm>
            <a:off x="324550" y="317747"/>
            <a:ext cx="8494878" cy="4508007"/>
            <a:chOff x="324550" y="317747"/>
            <a:chExt cx="8494878" cy="4508007"/>
          </a:xfrm>
        </p:grpSpPr>
        <p:grpSp>
          <p:nvGrpSpPr>
            <p:cNvPr id="148" name="Google Shape;148;p9"/>
            <p:cNvGrpSpPr/>
            <p:nvPr/>
          </p:nvGrpSpPr>
          <p:grpSpPr>
            <a:xfrm>
              <a:off x="324572" y="317747"/>
              <a:ext cx="8494857" cy="189085"/>
              <a:chOff x="324572" y="317747"/>
              <a:chExt cx="8494857" cy="189085"/>
            </a:xfrm>
          </p:grpSpPr>
          <p:sp>
            <p:nvSpPr>
              <p:cNvPr id="149" name="Google Shape;149;p9"/>
              <p:cNvSpPr/>
              <p:nvPr/>
            </p:nvSpPr>
            <p:spPr>
              <a:xfrm>
                <a:off x="324572" y="317747"/>
                <a:ext cx="8494857" cy="189085"/>
              </a:xfrm>
              <a:custGeom>
                <a:avLst/>
                <a:gdLst/>
                <a:ahLst/>
                <a:cxnLst/>
                <a:rect l="l" t="t" r="r" b="b"/>
                <a:pathLst>
                  <a:path w="63346" h="1410" extrusionOk="0">
                    <a:moveTo>
                      <a:pt x="59663" y="716"/>
                    </a:moveTo>
                    <a:lnTo>
                      <a:pt x="59663" y="815"/>
                    </a:lnTo>
                    <a:lnTo>
                      <a:pt x="58974" y="815"/>
                    </a:lnTo>
                    <a:lnTo>
                      <a:pt x="58974" y="716"/>
                    </a:lnTo>
                    <a:close/>
                    <a:moveTo>
                      <a:pt x="61211" y="313"/>
                    </a:moveTo>
                    <a:lnTo>
                      <a:pt x="61211" y="887"/>
                    </a:lnTo>
                    <a:lnTo>
                      <a:pt x="60924" y="887"/>
                    </a:lnTo>
                    <a:lnTo>
                      <a:pt x="60924" y="1112"/>
                    </a:lnTo>
                    <a:lnTo>
                      <a:pt x="60351" y="1112"/>
                    </a:lnTo>
                    <a:lnTo>
                      <a:pt x="60351" y="538"/>
                    </a:lnTo>
                    <a:lnTo>
                      <a:pt x="60637" y="538"/>
                    </a:lnTo>
                    <a:lnTo>
                      <a:pt x="60637" y="313"/>
                    </a:lnTo>
                    <a:close/>
                    <a:moveTo>
                      <a:pt x="137" y="1"/>
                    </a:moveTo>
                    <a:cubicBezTo>
                      <a:pt x="61" y="1"/>
                      <a:pt x="1" y="62"/>
                      <a:pt x="1" y="137"/>
                    </a:cubicBezTo>
                    <a:lnTo>
                      <a:pt x="1" y="1409"/>
                    </a:lnTo>
                    <a:lnTo>
                      <a:pt x="63345" y="1409"/>
                    </a:lnTo>
                    <a:lnTo>
                      <a:pt x="63345" y="137"/>
                    </a:lnTo>
                    <a:cubicBezTo>
                      <a:pt x="63345" y="62"/>
                      <a:pt x="63285" y="1"/>
                      <a:pt x="6320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9"/>
              <p:cNvSpPr/>
              <p:nvPr/>
            </p:nvSpPr>
            <p:spPr>
              <a:xfrm>
                <a:off x="8232650" y="343275"/>
                <a:ext cx="322200" cy="1341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" name="Google Shape;151;p9"/>
            <p:cNvSpPr/>
            <p:nvPr/>
          </p:nvSpPr>
          <p:spPr>
            <a:xfrm>
              <a:off x="324550" y="490125"/>
              <a:ext cx="8494800" cy="47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9"/>
            <p:cNvSpPr/>
            <p:nvPr/>
          </p:nvSpPr>
          <p:spPr>
            <a:xfrm>
              <a:off x="324572" y="1320314"/>
              <a:ext cx="8494857" cy="3505439"/>
            </a:xfrm>
            <a:custGeom>
              <a:avLst/>
              <a:gdLst/>
              <a:ahLst/>
              <a:cxnLst/>
              <a:rect l="l" t="t" r="r" b="b"/>
              <a:pathLst>
                <a:path w="63346" h="26140" extrusionOk="0">
                  <a:moveTo>
                    <a:pt x="1" y="0"/>
                  </a:moveTo>
                  <a:lnTo>
                    <a:pt x="1" y="26001"/>
                  </a:lnTo>
                  <a:cubicBezTo>
                    <a:pt x="1" y="26077"/>
                    <a:pt x="234" y="26139"/>
                    <a:pt x="523" y="26139"/>
                  </a:cubicBezTo>
                  <a:lnTo>
                    <a:pt x="63345" y="26139"/>
                  </a:lnTo>
                  <a:lnTo>
                    <a:pt x="6334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324572" y="687876"/>
              <a:ext cx="8494857" cy="632561"/>
            </a:xfrm>
            <a:custGeom>
              <a:avLst/>
              <a:gdLst/>
              <a:ahLst/>
              <a:cxnLst/>
              <a:rect l="l" t="t" r="r" b="b"/>
              <a:pathLst>
                <a:path w="63346" h="4717" extrusionOk="0">
                  <a:moveTo>
                    <a:pt x="50513" y="3017"/>
                  </a:moveTo>
                  <a:cubicBezTo>
                    <a:pt x="50700" y="3017"/>
                    <a:pt x="50853" y="3170"/>
                    <a:pt x="50853" y="3357"/>
                  </a:cubicBezTo>
                  <a:cubicBezTo>
                    <a:pt x="50853" y="3433"/>
                    <a:pt x="50827" y="3503"/>
                    <a:pt x="50784" y="3561"/>
                  </a:cubicBezTo>
                  <a:lnTo>
                    <a:pt x="51093" y="3869"/>
                  </a:lnTo>
                  <a:lnTo>
                    <a:pt x="51035" y="3929"/>
                  </a:lnTo>
                  <a:lnTo>
                    <a:pt x="50727" y="3620"/>
                  </a:lnTo>
                  <a:cubicBezTo>
                    <a:pt x="50668" y="3668"/>
                    <a:pt x="50594" y="3697"/>
                    <a:pt x="50513" y="3697"/>
                  </a:cubicBezTo>
                  <a:cubicBezTo>
                    <a:pt x="50326" y="3697"/>
                    <a:pt x="50174" y="3544"/>
                    <a:pt x="50174" y="3357"/>
                  </a:cubicBezTo>
                  <a:cubicBezTo>
                    <a:pt x="50174" y="3168"/>
                    <a:pt x="50326" y="3017"/>
                    <a:pt x="50513" y="3017"/>
                  </a:cubicBezTo>
                  <a:close/>
                  <a:moveTo>
                    <a:pt x="12828" y="2996"/>
                  </a:moveTo>
                  <a:lnTo>
                    <a:pt x="12828" y="3950"/>
                  </a:lnTo>
                  <a:lnTo>
                    <a:pt x="1549" y="3950"/>
                  </a:lnTo>
                  <a:cubicBezTo>
                    <a:pt x="1531" y="3950"/>
                    <a:pt x="1516" y="3935"/>
                    <a:pt x="1516" y="3917"/>
                  </a:cubicBezTo>
                  <a:lnTo>
                    <a:pt x="1516" y="3029"/>
                  </a:lnTo>
                  <a:cubicBezTo>
                    <a:pt x="1516" y="3011"/>
                    <a:pt x="1531" y="2996"/>
                    <a:pt x="1549" y="2996"/>
                  </a:cubicBezTo>
                  <a:close/>
                  <a:moveTo>
                    <a:pt x="49290" y="2994"/>
                  </a:moveTo>
                  <a:cubicBezTo>
                    <a:pt x="49308" y="2994"/>
                    <a:pt x="49323" y="3009"/>
                    <a:pt x="49323" y="3027"/>
                  </a:cubicBezTo>
                  <a:lnTo>
                    <a:pt x="49323" y="3917"/>
                  </a:lnTo>
                  <a:cubicBezTo>
                    <a:pt x="49323" y="3935"/>
                    <a:pt x="49308" y="3950"/>
                    <a:pt x="49290" y="3950"/>
                  </a:cubicBezTo>
                  <a:lnTo>
                    <a:pt x="42041" y="3950"/>
                  </a:lnTo>
                  <a:lnTo>
                    <a:pt x="42041" y="2994"/>
                  </a:lnTo>
                  <a:close/>
                  <a:moveTo>
                    <a:pt x="56003" y="2973"/>
                  </a:moveTo>
                  <a:lnTo>
                    <a:pt x="56003" y="3971"/>
                  </a:lnTo>
                  <a:lnTo>
                    <a:pt x="55005" y="3971"/>
                  </a:lnTo>
                  <a:lnTo>
                    <a:pt x="55005" y="2973"/>
                  </a:lnTo>
                  <a:close/>
                  <a:moveTo>
                    <a:pt x="57956" y="2973"/>
                  </a:moveTo>
                  <a:lnTo>
                    <a:pt x="57956" y="3971"/>
                  </a:lnTo>
                  <a:lnTo>
                    <a:pt x="56960" y="3971"/>
                  </a:lnTo>
                  <a:lnTo>
                    <a:pt x="56960" y="2973"/>
                  </a:lnTo>
                  <a:close/>
                  <a:moveTo>
                    <a:pt x="59860" y="2973"/>
                  </a:moveTo>
                  <a:lnTo>
                    <a:pt x="59860" y="3971"/>
                  </a:lnTo>
                  <a:lnTo>
                    <a:pt x="58864" y="3971"/>
                  </a:lnTo>
                  <a:lnTo>
                    <a:pt x="58864" y="2973"/>
                  </a:lnTo>
                  <a:close/>
                  <a:moveTo>
                    <a:pt x="61617" y="2973"/>
                  </a:moveTo>
                  <a:lnTo>
                    <a:pt x="61617" y="3971"/>
                  </a:lnTo>
                  <a:lnTo>
                    <a:pt x="60620" y="3971"/>
                  </a:lnTo>
                  <a:lnTo>
                    <a:pt x="60620" y="2973"/>
                  </a:lnTo>
                  <a:close/>
                  <a:moveTo>
                    <a:pt x="8647" y="0"/>
                  </a:moveTo>
                  <a:lnTo>
                    <a:pt x="1998" y="12"/>
                  </a:lnTo>
                  <a:cubicBezTo>
                    <a:pt x="1626" y="13"/>
                    <a:pt x="1274" y="181"/>
                    <a:pt x="1046" y="466"/>
                  </a:cubicBezTo>
                  <a:lnTo>
                    <a:pt x="1" y="1776"/>
                  </a:lnTo>
                  <a:lnTo>
                    <a:pt x="1" y="4716"/>
                  </a:lnTo>
                  <a:lnTo>
                    <a:pt x="63345" y="4716"/>
                  </a:lnTo>
                  <a:lnTo>
                    <a:pt x="63345" y="1561"/>
                  </a:lnTo>
                  <a:lnTo>
                    <a:pt x="42041" y="1561"/>
                  </a:lnTo>
                  <a:lnTo>
                    <a:pt x="42041" y="1558"/>
                  </a:lnTo>
                  <a:lnTo>
                    <a:pt x="12828" y="1558"/>
                  </a:lnTo>
                  <a:lnTo>
                    <a:pt x="12828" y="1561"/>
                  </a:lnTo>
                  <a:lnTo>
                    <a:pt x="10661" y="1561"/>
                  </a:lnTo>
                  <a:cubicBezTo>
                    <a:pt x="10436" y="1561"/>
                    <a:pt x="10228" y="1446"/>
                    <a:pt x="10111" y="1259"/>
                  </a:cubicBezTo>
                  <a:lnTo>
                    <a:pt x="9684" y="570"/>
                  </a:lnTo>
                  <a:cubicBezTo>
                    <a:pt x="9464" y="215"/>
                    <a:pt x="9072" y="0"/>
                    <a:pt x="86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4" name="Google Shape;154;p9"/>
            <p:cNvGrpSpPr/>
            <p:nvPr/>
          </p:nvGrpSpPr>
          <p:grpSpPr>
            <a:xfrm>
              <a:off x="8615858" y="363744"/>
              <a:ext cx="95883" cy="90921"/>
              <a:chOff x="9836708" y="522994"/>
              <a:chExt cx="95883" cy="90921"/>
            </a:xfrm>
          </p:grpSpPr>
          <p:sp>
            <p:nvSpPr>
              <p:cNvPr id="155" name="Google Shape;155;p9"/>
              <p:cNvSpPr/>
              <p:nvPr/>
            </p:nvSpPr>
            <p:spPr>
              <a:xfrm>
                <a:off x="9836708" y="522994"/>
                <a:ext cx="87301" cy="90921"/>
              </a:xfrm>
              <a:custGeom>
                <a:avLst/>
                <a:gdLst/>
                <a:ahLst/>
                <a:cxnLst/>
                <a:rect l="l" t="t" r="r" b="b"/>
                <a:pathLst>
                  <a:path w="651" h="678" extrusionOk="0">
                    <a:moveTo>
                      <a:pt x="594" y="1"/>
                    </a:moveTo>
                    <a:lnTo>
                      <a:pt x="0" y="621"/>
                    </a:lnTo>
                    <a:lnTo>
                      <a:pt x="57" y="677"/>
                    </a:lnTo>
                    <a:lnTo>
                      <a:pt x="650" y="55"/>
                    </a:lnTo>
                    <a:lnTo>
                      <a:pt x="59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9"/>
              <p:cNvSpPr/>
              <p:nvPr/>
            </p:nvSpPr>
            <p:spPr>
              <a:xfrm>
                <a:off x="9838451" y="525408"/>
                <a:ext cx="94140" cy="87167"/>
              </a:xfrm>
              <a:custGeom>
                <a:avLst/>
                <a:gdLst/>
                <a:ahLst/>
                <a:cxnLst/>
                <a:rect l="l" t="t" r="r" b="b"/>
                <a:pathLst>
                  <a:path w="702" h="650" extrusionOk="0">
                    <a:moveTo>
                      <a:pt x="54" y="1"/>
                    </a:moveTo>
                    <a:lnTo>
                      <a:pt x="0" y="58"/>
                    </a:lnTo>
                    <a:lnTo>
                      <a:pt x="647" y="649"/>
                    </a:lnTo>
                    <a:lnTo>
                      <a:pt x="701" y="592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7" name="Google Shape;157;p9"/>
            <p:cNvSpPr/>
            <p:nvPr/>
          </p:nvSpPr>
          <p:spPr>
            <a:xfrm>
              <a:off x="7063999" y="1103467"/>
              <a:ext cx="69063" cy="69063"/>
            </a:xfrm>
            <a:custGeom>
              <a:avLst/>
              <a:gdLst/>
              <a:ahLst/>
              <a:cxnLst/>
              <a:rect l="l" t="t" r="r" b="b"/>
              <a:pathLst>
                <a:path w="515" h="515" extrusionOk="0">
                  <a:moveTo>
                    <a:pt x="258" y="1"/>
                  </a:moveTo>
                  <a:cubicBezTo>
                    <a:pt x="117" y="1"/>
                    <a:pt x="1" y="115"/>
                    <a:pt x="1" y="258"/>
                  </a:cubicBezTo>
                  <a:cubicBezTo>
                    <a:pt x="1" y="399"/>
                    <a:pt x="117" y="514"/>
                    <a:pt x="258" y="514"/>
                  </a:cubicBezTo>
                  <a:cubicBezTo>
                    <a:pt x="399" y="514"/>
                    <a:pt x="514" y="399"/>
                    <a:pt x="514" y="258"/>
                  </a:cubicBezTo>
                  <a:cubicBezTo>
                    <a:pt x="514" y="115"/>
                    <a:pt x="399" y="1"/>
                    <a:pt x="2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8" name="Google Shape;158;p9"/>
            <p:cNvGrpSpPr/>
            <p:nvPr/>
          </p:nvGrpSpPr>
          <p:grpSpPr>
            <a:xfrm>
              <a:off x="7053002" y="1092202"/>
              <a:ext cx="123644" cy="122571"/>
              <a:chOff x="8273852" y="1251452"/>
              <a:chExt cx="123644" cy="122571"/>
            </a:xfrm>
          </p:grpSpPr>
          <p:sp>
            <p:nvSpPr>
              <p:cNvPr id="159" name="Google Shape;159;p9"/>
              <p:cNvSpPr/>
              <p:nvPr/>
            </p:nvSpPr>
            <p:spPr>
              <a:xfrm>
                <a:off x="8273852" y="1251452"/>
                <a:ext cx="91324" cy="91592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83" extrusionOk="0">
                    <a:moveTo>
                      <a:pt x="340" y="85"/>
                    </a:moveTo>
                    <a:cubicBezTo>
                      <a:pt x="481" y="85"/>
                      <a:pt x="596" y="199"/>
                      <a:pt x="596" y="342"/>
                    </a:cubicBezTo>
                    <a:cubicBezTo>
                      <a:pt x="596" y="483"/>
                      <a:pt x="481" y="598"/>
                      <a:pt x="340" y="598"/>
                    </a:cubicBezTo>
                    <a:cubicBezTo>
                      <a:pt x="199" y="598"/>
                      <a:pt x="83" y="483"/>
                      <a:pt x="83" y="342"/>
                    </a:cubicBezTo>
                    <a:cubicBezTo>
                      <a:pt x="83" y="199"/>
                      <a:pt x="199" y="85"/>
                      <a:pt x="340" y="85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41"/>
                    </a:cubicBezTo>
                    <a:cubicBezTo>
                      <a:pt x="1" y="529"/>
                      <a:pt x="153" y="682"/>
                      <a:pt x="340" y="682"/>
                    </a:cubicBezTo>
                    <a:cubicBezTo>
                      <a:pt x="421" y="682"/>
                      <a:pt x="496" y="653"/>
                      <a:pt x="554" y="605"/>
                    </a:cubicBezTo>
                    <a:lnTo>
                      <a:pt x="526" y="577"/>
                    </a:lnTo>
                    <a:lnTo>
                      <a:pt x="585" y="518"/>
                    </a:lnTo>
                    <a:lnTo>
                      <a:pt x="611" y="546"/>
                    </a:lnTo>
                    <a:cubicBezTo>
                      <a:pt x="654" y="488"/>
                      <a:pt x="680" y="418"/>
                      <a:pt x="680" y="341"/>
                    </a:cubicBezTo>
                    <a:cubicBezTo>
                      <a:pt x="680" y="153"/>
                      <a:pt x="527" y="1"/>
                      <a:pt x="34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9"/>
              <p:cNvSpPr/>
              <p:nvPr/>
            </p:nvSpPr>
            <p:spPr>
              <a:xfrm>
                <a:off x="8348012" y="1324539"/>
                <a:ext cx="49484" cy="49484"/>
              </a:xfrm>
              <a:custGeom>
                <a:avLst/>
                <a:gdLst/>
                <a:ahLst/>
                <a:cxnLst/>
                <a:rect l="l" t="t" r="r" b="b"/>
                <a:pathLst>
                  <a:path w="369" h="369" extrusionOk="0">
                    <a:moveTo>
                      <a:pt x="58" y="1"/>
                    </a:moveTo>
                    <a:cubicBezTo>
                      <a:pt x="42" y="22"/>
                      <a:pt x="22" y="44"/>
                      <a:pt x="1" y="60"/>
                    </a:cubicBezTo>
                    <a:lnTo>
                      <a:pt x="309" y="369"/>
                    </a:lnTo>
                    <a:lnTo>
                      <a:pt x="368" y="309"/>
                    </a:lnTo>
                    <a:lnTo>
                      <a:pt x="5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9"/>
              <p:cNvSpPr/>
              <p:nvPr/>
            </p:nvSpPr>
            <p:spPr>
              <a:xfrm>
                <a:off x="8344257" y="1321052"/>
                <a:ext cx="11667" cy="11533"/>
              </a:xfrm>
              <a:custGeom>
                <a:avLst/>
                <a:gdLst/>
                <a:ahLst/>
                <a:cxnLst/>
                <a:rect l="l" t="t" r="r" b="b"/>
                <a:pathLst>
                  <a:path w="87" h="86" extrusionOk="0">
                    <a:moveTo>
                      <a:pt x="60" y="1"/>
                    </a:moveTo>
                    <a:lnTo>
                      <a:pt x="1" y="58"/>
                    </a:lnTo>
                    <a:lnTo>
                      <a:pt x="29" y="86"/>
                    </a:lnTo>
                    <a:cubicBezTo>
                      <a:pt x="50" y="70"/>
                      <a:pt x="70" y="48"/>
                      <a:pt x="86" y="27"/>
                    </a:cubicBezTo>
                    <a:lnTo>
                      <a:pt x="6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2" name="Google Shape;162;p9"/>
            <p:cNvSpPr/>
            <p:nvPr/>
          </p:nvSpPr>
          <p:spPr>
            <a:xfrm>
              <a:off x="8125698" y="398541"/>
              <a:ext cx="92665" cy="13276"/>
            </a:xfrm>
            <a:custGeom>
              <a:avLst/>
              <a:gdLst/>
              <a:ahLst/>
              <a:cxnLst/>
              <a:rect l="l" t="t" r="r" b="b"/>
              <a:pathLst>
                <a:path w="691" h="99" extrusionOk="0">
                  <a:moveTo>
                    <a:pt x="1" y="0"/>
                  </a:moveTo>
                  <a:lnTo>
                    <a:pt x="1" y="99"/>
                  </a:lnTo>
                  <a:lnTo>
                    <a:pt x="690" y="99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9"/>
            <p:cNvSpPr/>
            <p:nvPr/>
          </p:nvSpPr>
          <p:spPr>
            <a:xfrm>
              <a:off x="7700862" y="1086569"/>
              <a:ext cx="133968" cy="133968"/>
            </a:xfrm>
            <a:custGeom>
              <a:avLst/>
              <a:gdLst/>
              <a:ahLst/>
              <a:cxnLst/>
              <a:rect l="l" t="t" r="r" b="b"/>
              <a:pathLst>
                <a:path w="999" h="999" extrusionOk="0">
                  <a:moveTo>
                    <a:pt x="1" y="0"/>
                  </a:moveTo>
                  <a:lnTo>
                    <a:pt x="1" y="998"/>
                  </a:lnTo>
                  <a:lnTo>
                    <a:pt x="999" y="998"/>
                  </a:lnTo>
                  <a:lnTo>
                    <a:pt x="9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8218372" y="1086569"/>
              <a:ext cx="133834" cy="133968"/>
            </a:xfrm>
            <a:custGeom>
              <a:avLst/>
              <a:gdLst/>
              <a:ahLst/>
              <a:cxnLst/>
              <a:rect l="l" t="t" r="r" b="b"/>
              <a:pathLst>
                <a:path w="998" h="999" extrusionOk="0">
                  <a:moveTo>
                    <a:pt x="1" y="0"/>
                  </a:moveTo>
                  <a:lnTo>
                    <a:pt x="1" y="998"/>
                  </a:lnTo>
                  <a:lnTo>
                    <a:pt x="997" y="998"/>
                  </a:lnTo>
                  <a:lnTo>
                    <a:pt x="99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9"/>
            <p:cNvSpPr/>
            <p:nvPr/>
          </p:nvSpPr>
          <p:spPr>
            <a:xfrm>
              <a:off x="7963036" y="1086569"/>
              <a:ext cx="133834" cy="133968"/>
            </a:xfrm>
            <a:custGeom>
              <a:avLst/>
              <a:gdLst/>
              <a:ahLst/>
              <a:cxnLst/>
              <a:rect l="l" t="t" r="r" b="b"/>
              <a:pathLst>
                <a:path w="998" h="999" extrusionOk="0">
                  <a:moveTo>
                    <a:pt x="1" y="0"/>
                  </a:moveTo>
                  <a:lnTo>
                    <a:pt x="1" y="998"/>
                  </a:lnTo>
                  <a:lnTo>
                    <a:pt x="997" y="998"/>
                  </a:lnTo>
                  <a:lnTo>
                    <a:pt x="99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9"/>
            <p:cNvSpPr/>
            <p:nvPr/>
          </p:nvSpPr>
          <p:spPr>
            <a:xfrm>
              <a:off x="8453725" y="1086569"/>
              <a:ext cx="133968" cy="133968"/>
            </a:xfrm>
            <a:custGeom>
              <a:avLst/>
              <a:gdLst/>
              <a:ahLst/>
              <a:cxnLst/>
              <a:rect l="l" t="t" r="r" b="b"/>
              <a:pathLst>
                <a:path w="999" h="999" extrusionOk="0">
                  <a:moveTo>
                    <a:pt x="1" y="0"/>
                  </a:moveTo>
                  <a:lnTo>
                    <a:pt x="1" y="998"/>
                  </a:lnTo>
                  <a:lnTo>
                    <a:pt x="999" y="998"/>
                  </a:lnTo>
                  <a:lnTo>
                    <a:pt x="9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5854509" y="1089654"/>
              <a:ext cx="1084621" cy="127934"/>
            </a:xfrm>
            <a:custGeom>
              <a:avLst/>
              <a:gdLst/>
              <a:ahLst/>
              <a:cxnLst/>
              <a:rect l="l" t="t" r="r" b="b"/>
              <a:pathLst>
                <a:path w="8088" h="954" extrusionOk="0">
                  <a:moveTo>
                    <a:pt x="1" y="0"/>
                  </a:moveTo>
                  <a:lnTo>
                    <a:pt x="1" y="954"/>
                  </a:lnTo>
                  <a:lnTo>
                    <a:pt x="8054" y="954"/>
                  </a:lnTo>
                  <a:cubicBezTo>
                    <a:pt x="8072" y="954"/>
                    <a:pt x="8087" y="939"/>
                    <a:pt x="8087" y="921"/>
                  </a:cubicBezTo>
                  <a:lnTo>
                    <a:pt x="8087" y="33"/>
                  </a:lnTo>
                  <a:cubicBezTo>
                    <a:pt x="8087" y="15"/>
                    <a:pt x="8072" y="0"/>
                    <a:pt x="80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523525" y="1089386"/>
              <a:ext cx="2025618" cy="128202"/>
            </a:xfrm>
            <a:custGeom>
              <a:avLst/>
              <a:gdLst/>
              <a:ahLst/>
              <a:cxnLst/>
              <a:rect l="l" t="t" r="r" b="b"/>
              <a:pathLst>
                <a:path w="15105" h="956" extrusionOk="0">
                  <a:moveTo>
                    <a:pt x="34" y="0"/>
                  </a:moveTo>
                  <a:cubicBezTo>
                    <a:pt x="16" y="2"/>
                    <a:pt x="1" y="15"/>
                    <a:pt x="1" y="33"/>
                  </a:cubicBezTo>
                  <a:lnTo>
                    <a:pt x="1" y="923"/>
                  </a:lnTo>
                  <a:cubicBezTo>
                    <a:pt x="1" y="941"/>
                    <a:pt x="16" y="956"/>
                    <a:pt x="34" y="956"/>
                  </a:cubicBezTo>
                  <a:lnTo>
                    <a:pt x="15105" y="956"/>
                  </a:lnTo>
                  <a:lnTo>
                    <a:pt x="151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9" name="Google Shape;169;p9"/>
            <p:cNvGrpSpPr/>
            <p:nvPr/>
          </p:nvGrpSpPr>
          <p:grpSpPr>
            <a:xfrm>
              <a:off x="8377225" y="355925"/>
              <a:ext cx="107100" cy="98525"/>
              <a:chOff x="8377225" y="355925"/>
              <a:chExt cx="107100" cy="98525"/>
            </a:xfrm>
          </p:grpSpPr>
          <p:sp>
            <p:nvSpPr>
              <p:cNvPr id="170" name="Google Shape;170;p9"/>
              <p:cNvSpPr/>
              <p:nvPr/>
            </p:nvSpPr>
            <p:spPr>
              <a:xfrm>
                <a:off x="8377225" y="385450"/>
                <a:ext cx="69000" cy="69000"/>
              </a:xfrm>
              <a:prstGeom prst="rect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9"/>
              <p:cNvSpPr/>
              <p:nvPr/>
            </p:nvSpPr>
            <p:spPr>
              <a:xfrm>
                <a:off x="8415325" y="355925"/>
                <a:ext cx="69000" cy="69000"/>
              </a:xfrm>
              <a:prstGeom prst="rect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2" name="Google Shape;172;p9"/>
          <p:cNvSpPr txBox="1">
            <a:spLocks noGrp="1"/>
          </p:cNvSpPr>
          <p:nvPr>
            <p:ph type="title"/>
          </p:nvPr>
        </p:nvSpPr>
        <p:spPr>
          <a:xfrm>
            <a:off x="1846200" y="1936600"/>
            <a:ext cx="5451600" cy="12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9"/>
          <p:cNvSpPr txBox="1">
            <a:spLocks noGrp="1"/>
          </p:cNvSpPr>
          <p:nvPr>
            <p:ph type="subTitle" idx="1"/>
          </p:nvPr>
        </p:nvSpPr>
        <p:spPr>
          <a:xfrm>
            <a:off x="1846200" y="3170200"/>
            <a:ext cx="5451600" cy="6711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oogle Shape;497;p29"/>
          <p:cNvGrpSpPr/>
          <p:nvPr/>
        </p:nvGrpSpPr>
        <p:grpSpPr>
          <a:xfrm>
            <a:off x="137400" y="137700"/>
            <a:ext cx="8876100" cy="4868387"/>
            <a:chOff x="137400" y="137700"/>
            <a:chExt cx="8876100" cy="4868387"/>
          </a:xfrm>
        </p:grpSpPr>
        <p:sp>
          <p:nvSpPr>
            <p:cNvPr id="498" name="Google Shape;498;p29"/>
            <p:cNvSpPr/>
            <p:nvPr/>
          </p:nvSpPr>
          <p:spPr>
            <a:xfrm>
              <a:off x="137400" y="137700"/>
              <a:ext cx="8876100" cy="189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9" name="Google Shape;499;p29"/>
            <p:cNvGrpSpPr/>
            <p:nvPr/>
          </p:nvGrpSpPr>
          <p:grpSpPr>
            <a:xfrm>
              <a:off x="8844458" y="183619"/>
              <a:ext cx="95883" cy="90921"/>
              <a:chOff x="9836708" y="522994"/>
              <a:chExt cx="95883" cy="90921"/>
            </a:xfrm>
          </p:grpSpPr>
          <p:sp>
            <p:nvSpPr>
              <p:cNvPr id="500" name="Google Shape;500;p29"/>
              <p:cNvSpPr/>
              <p:nvPr/>
            </p:nvSpPr>
            <p:spPr>
              <a:xfrm>
                <a:off x="9836708" y="522994"/>
                <a:ext cx="87301" cy="90921"/>
              </a:xfrm>
              <a:custGeom>
                <a:avLst/>
                <a:gdLst/>
                <a:ahLst/>
                <a:cxnLst/>
                <a:rect l="l" t="t" r="r" b="b"/>
                <a:pathLst>
                  <a:path w="651" h="678" extrusionOk="0">
                    <a:moveTo>
                      <a:pt x="594" y="1"/>
                    </a:moveTo>
                    <a:lnTo>
                      <a:pt x="0" y="621"/>
                    </a:lnTo>
                    <a:lnTo>
                      <a:pt x="57" y="677"/>
                    </a:lnTo>
                    <a:lnTo>
                      <a:pt x="650" y="55"/>
                    </a:lnTo>
                    <a:lnTo>
                      <a:pt x="59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29"/>
              <p:cNvSpPr/>
              <p:nvPr/>
            </p:nvSpPr>
            <p:spPr>
              <a:xfrm>
                <a:off x="9838451" y="525408"/>
                <a:ext cx="94140" cy="87167"/>
              </a:xfrm>
              <a:custGeom>
                <a:avLst/>
                <a:gdLst/>
                <a:ahLst/>
                <a:cxnLst/>
                <a:rect l="l" t="t" r="r" b="b"/>
                <a:pathLst>
                  <a:path w="702" h="650" extrusionOk="0">
                    <a:moveTo>
                      <a:pt x="54" y="1"/>
                    </a:moveTo>
                    <a:lnTo>
                      <a:pt x="0" y="58"/>
                    </a:lnTo>
                    <a:lnTo>
                      <a:pt x="647" y="649"/>
                    </a:lnTo>
                    <a:lnTo>
                      <a:pt x="701" y="592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02" name="Google Shape;502;p29"/>
            <p:cNvSpPr/>
            <p:nvPr/>
          </p:nvSpPr>
          <p:spPr>
            <a:xfrm>
              <a:off x="8354298" y="218416"/>
              <a:ext cx="92665" cy="13276"/>
            </a:xfrm>
            <a:custGeom>
              <a:avLst/>
              <a:gdLst/>
              <a:ahLst/>
              <a:cxnLst/>
              <a:rect l="l" t="t" r="r" b="b"/>
              <a:pathLst>
                <a:path w="691" h="99" extrusionOk="0">
                  <a:moveTo>
                    <a:pt x="1" y="0"/>
                  </a:moveTo>
                  <a:lnTo>
                    <a:pt x="1" y="99"/>
                  </a:lnTo>
                  <a:lnTo>
                    <a:pt x="690" y="99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3" name="Google Shape;503;p29"/>
            <p:cNvGrpSpPr/>
            <p:nvPr/>
          </p:nvGrpSpPr>
          <p:grpSpPr>
            <a:xfrm>
              <a:off x="8605825" y="175800"/>
              <a:ext cx="107100" cy="98525"/>
              <a:chOff x="8377225" y="355925"/>
              <a:chExt cx="107100" cy="98525"/>
            </a:xfrm>
          </p:grpSpPr>
          <p:sp>
            <p:nvSpPr>
              <p:cNvPr id="504" name="Google Shape;504;p29"/>
              <p:cNvSpPr/>
              <p:nvPr/>
            </p:nvSpPr>
            <p:spPr>
              <a:xfrm>
                <a:off x="8377225" y="385450"/>
                <a:ext cx="69000" cy="69000"/>
              </a:xfrm>
              <a:prstGeom prst="rect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29"/>
              <p:cNvSpPr/>
              <p:nvPr/>
            </p:nvSpPr>
            <p:spPr>
              <a:xfrm>
                <a:off x="8415325" y="355925"/>
                <a:ext cx="69000" cy="69000"/>
              </a:xfrm>
              <a:prstGeom prst="rect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06" name="Google Shape;506;p29"/>
            <p:cNvSpPr/>
            <p:nvPr/>
          </p:nvSpPr>
          <p:spPr>
            <a:xfrm>
              <a:off x="137400" y="326700"/>
              <a:ext cx="8869073" cy="4679387"/>
            </a:xfrm>
            <a:custGeom>
              <a:avLst/>
              <a:gdLst/>
              <a:ahLst/>
              <a:cxnLst/>
              <a:rect l="l" t="t" r="r" b="b"/>
              <a:pathLst>
                <a:path w="63346" h="26140" extrusionOk="0">
                  <a:moveTo>
                    <a:pt x="1" y="0"/>
                  </a:moveTo>
                  <a:lnTo>
                    <a:pt x="1" y="26001"/>
                  </a:lnTo>
                  <a:cubicBezTo>
                    <a:pt x="1" y="26077"/>
                    <a:pt x="234" y="26139"/>
                    <a:pt x="523" y="26139"/>
                  </a:cubicBezTo>
                  <a:lnTo>
                    <a:pt x="63345" y="26139"/>
                  </a:lnTo>
                  <a:lnTo>
                    <a:pt x="6334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30"/>
          <p:cNvGrpSpPr/>
          <p:nvPr/>
        </p:nvGrpSpPr>
        <p:grpSpPr>
          <a:xfrm>
            <a:off x="324550" y="317747"/>
            <a:ext cx="8494878" cy="4508007"/>
            <a:chOff x="324550" y="317747"/>
            <a:chExt cx="8494878" cy="4508007"/>
          </a:xfrm>
        </p:grpSpPr>
        <p:grpSp>
          <p:nvGrpSpPr>
            <p:cNvPr id="509" name="Google Shape;509;p30"/>
            <p:cNvGrpSpPr/>
            <p:nvPr/>
          </p:nvGrpSpPr>
          <p:grpSpPr>
            <a:xfrm>
              <a:off x="324572" y="317747"/>
              <a:ext cx="8494857" cy="189085"/>
              <a:chOff x="324572" y="317747"/>
              <a:chExt cx="8494857" cy="189085"/>
            </a:xfrm>
          </p:grpSpPr>
          <p:sp>
            <p:nvSpPr>
              <p:cNvPr id="510" name="Google Shape;510;p30"/>
              <p:cNvSpPr/>
              <p:nvPr/>
            </p:nvSpPr>
            <p:spPr>
              <a:xfrm>
                <a:off x="324572" y="317747"/>
                <a:ext cx="8494857" cy="189085"/>
              </a:xfrm>
              <a:custGeom>
                <a:avLst/>
                <a:gdLst/>
                <a:ahLst/>
                <a:cxnLst/>
                <a:rect l="l" t="t" r="r" b="b"/>
                <a:pathLst>
                  <a:path w="63346" h="1410" extrusionOk="0">
                    <a:moveTo>
                      <a:pt x="59663" y="716"/>
                    </a:moveTo>
                    <a:lnTo>
                      <a:pt x="59663" y="815"/>
                    </a:lnTo>
                    <a:lnTo>
                      <a:pt x="58974" y="815"/>
                    </a:lnTo>
                    <a:lnTo>
                      <a:pt x="58974" y="716"/>
                    </a:lnTo>
                    <a:close/>
                    <a:moveTo>
                      <a:pt x="61211" y="313"/>
                    </a:moveTo>
                    <a:lnTo>
                      <a:pt x="61211" y="887"/>
                    </a:lnTo>
                    <a:lnTo>
                      <a:pt x="60924" y="887"/>
                    </a:lnTo>
                    <a:lnTo>
                      <a:pt x="60924" y="1112"/>
                    </a:lnTo>
                    <a:lnTo>
                      <a:pt x="60351" y="1112"/>
                    </a:lnTo>
                    <a:lnTo>
                      <a:pt x="60351" y="538"/>
                    </a:lnTo>
                    <a:lnTo>
                      <a:pt x="60637" y="538"/>
                    </a:lnTo>
                    <a:lnTo>
                      <a:pt x="60637" y="313"/>
                    </a:lnTo>
                    <a:close/>
                    <a:moveTo>
                      <a:pt x="137" y="1"/>
                    </a:moveTo>
                    <a:cubicBezTo>
                      <a:pt x="61" y="1"/>
                      <a:pt x="1" y="62"/>
                      <a:pt x="1" y="137"/>
                    </a:cubicBezTo>
                    <a:lnTo>
                      <a:pt x="1" y="1409"/>
                    </a:lnTo>
                    <a:lnTo>
                      <a:pt x="63345" y="1409"/>
                    </a:lnTo>
                    <a:lnTo>
                      <a:pt x="63345" y="137"/>
                    </a:lnTo>
                    <a:cubicBezTo>
                      <a:pt x="63345" y="62"/>
                      <a:pt x="63285" y="1"/>
                      <a:pt x="6320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30"/>
              <p:cNvSpPr/>
              <p:nvPr/>
            </p:nvSpPr>
            <p:spPr>
              <a:xfrm>
                <a:off x="8232650" y="343275"/>
                <a:ext cx="322200" cy="1341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2" name="Google Shape;512;p30"/>
            <p:cNvSpPr/>
            <p:nvPr/>
          </p:nvSpPr>
          <p:spPr>
            <a:xfrm>
              <a:off x="324550" y="490125"/>
              <a:ext cx="8494800" cy="47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0"/>
            <p:cNvSpPr/>
            <p:nvPr/>
          </p:nvSpPr>
          <p:spPr>
            <a:xfrm>
              <a:off x="324572" y="1320314"/>
              <a:ext cx="8494857" cy="3505439"/>
            </a:xfrm>
            <a:custGeom>
              <a:avLst/>
              <a:gdLst/>
              <a:ahLst/>
              <a:cxnLst/>
              <a:rect l="l" t="t" r="r" b="b"/>
              <a:pathLst>
                <a:path w="63346" h="26140" extrusionOk="0">
                  <a:moveTo>
                    <a:pt x="1" y="0"/>
                  </a:moveTo>
                  <a:lnTo>
                    <a:pt x="1" y="26001"/>
                  </a:lnTo>
                  <a:cubicBezTo>
                    <a:pt x="1" y="26077"/>
                    <a:pt x="234" y="26139"/>
                    <a:pt x="523" y="26139"/>
                  </a:cubicBezTo>
                  <a:lnTo>
                    <a:pt x="63345" y="26139"/>
                  </a:lnTo>
                  <a:lnTo>
                    <a:pt x="6334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0"/>
            <p:cNvSpPr/>
            <p:nvPr/>
          </p:nvSpPr>
          <p:spPr>
            <a:xfrm>
              <a:off x="324572" y="687876"/>
              <a:ext cx="8494857" cy="632561"/>
            </a:xfrm>
            <a:custGeom>
              <a:avLst/>
              <a:gdLst/>
              <a:ahLst/>
              <a:cxnLst/>
              <a:rect l="l" t="t" r="r" b="b"/>
              <a:pathLst>
                <a:path w="63346" h="4717" extrusionOk="0">
                  <a:moveTo>
                    <a:pt x="50513" y="3017"/>
                  </a:moveTo>
                  <a:cubicBezTo>
                    <a:pt x="50700" y="3017"/>
                    <a:pt x="50853" y="3170"/>
                    <a:pt x="50853" y="3357"/>
                  </a:cubicBezTo>
                  <a:cubicBezTo>
                    <a:pt x="50853" y="3433"/>
                    <a:pt x="50827" y="3503"/>
                    <a:pt x="50784" y="3561"/>
                  </a:cubicBezTo>
                  <a:lnTo>
                    <a:pt x="51093" y="3869"/>
                  </a:lnTo>
                  <a:lnTo>
                    <a:pt x="51035" y="3929"/>
                  </a:lnTo>
                  <a:lnTo>
                    <a:pt x="50727" y="3620"/>
                  </a:lnTo>
                  <a:cubicBezTo>
                    <a:pt x="50668" y="3668"/>
                    <a:pt x="50594" y="3697"/>
                    <a:pt x="50513" y="3697"/>
                  </a:cubicBezTo>
                  <a:cubicBezTo>
                    <a:pt x="50326" y="3697"/>
                    <a:pt x="50174" y="3544"/>
                    <a:pt x="50174" y="3357"/>
                  </a:cubicBezTo>
                  <a:cubicBezTo>
                    <a:pt x="50174" y="3168"/>
                    <a:pt x="50326" y="3017"/>
                    <a:pt x="50513" y="3017"/>
                  </a:cubicBezTo>
                  <a:close/>
                  <a:moveTo>
                    <a:pt x="12828" y="2996"/>
                  </a:moveTo>
                  <a:lnTo>
                    <a:pt x="12828" y="3950"/>
                  </a:lnTo>
                  <a:lnTo>
                    <a:pt x="1549" y="3950"/>
                  </a:lnTo>
                  <a:cubicBezTo>
                    <a:pt x="1531" y="3950"/>
                    <a:pt x="1516" y="3935"/>
                    <a:pt x="1516" y="3917"/>
                  </a:cubicBezTo>
                  <a:lnTo>
                    <a:pt x="1516" y="3029"/>
                  </a:lnTo>
                  <a:cubicBezTo>
                    <a:pt x="1516" y="3011"/>
                    <a:pt x="1531" y="2996"/>
                    <a:pt x="1549" y="2996"/>
                  </a:cubicBezTo>
                  <a:close/>
                  <a:moveTo>
                    <a:pt x="49290" y="2994"/>
                  </a:moveTo>
                  <a:cubicBezTo>
                    <a:pt x="49308" y="2994"/>
                    <a:pt x="49323" y="3009"/>
                    <a:pt x="49323" y="3027"/>
                  </a:cubicBezTo>
                  <a:lnTo>
                    <a:pt x="49323" y="3917"/>
                  </a:lnTo>
                  <a:cubicBezTo>
                    <a:pt x="49323" y="3935"/>
                    <a:pt x="49308" y="3950"/>
                    <a:pt x="49290" y="3950"/>
                  </a:cubicBezTo>
                  <a:lnTo>
                    <a:pt x="42041" y="3950"/>
                  </a:lnTo>
                  <a:lnTo>
                    <a:pt x="42041" y="2994"/>
                  </a:lnTo>
                  <a:close/>
                  <a:moveTo>
                    <a:pt x="56003" y="2973"/>
                  </a:moveTo>
                  <a:lnTo>
                    <a:pt x="56003" y="3971"/>
                  </a:lnTo>
                  <a:lnTo>
                    <a:pt x="55005" y="3971"/>
                  </a:lnTo>
                  <a:lnTo>
                    <a:pt x="55005" y="2973"/>
                  </a:lnTo>
                  <a:close/>
                  <a:moveTo>
                    <a:pt x="57956" y="2973"/>
                  </a:moveTo>
                  <a:lnTo>
                    <a:pt x="57956" y="3971"/>
                  </a:lnTo>
                  <a:lnTo>
                    <a:pt x="56960" y="3971"/>
                  </a:lnTo>
                  <a:lnTo>
                    <a:pt x="56960" y="2973"/>
                  </a:lnTo>
                  <a:close/>
                  <a:moveTo>
                    <a:pt x="59860" y="2973"/>
                  </a:moveTo>
                  <a:lnTo>
                    <a:pt x="59860" y="3971"/>
                  </a:lnTo>
                  <a:lnTo>
                    <a:pt x="58864" y="3971"/>
                  </a:lnTo>
                  <a:lnTo>
                    <a:pt x="58864" y="2973"/>
                  </a:lnTo>
                  <a:close/>
                  <a:moveTo>
                    <a:pt x="61617" y="2973"/>
                  </a:moveTo>
                  <a:lnTo>
                    <a:pt x="61617" y="3971"/>
                  </a:lnTo>
                  <a:lnTo>
                    <a:pt x="60620" y="3971"/>
                  </a:lnTo>
                  <a:lnTo>
                    <a:pt x="60620" y="2973"/>
                  </a:lnTo>
                  <a:close/>
                  <a:moveTo>
                    <a:pt x="8647" y="0"/>
                  </a:moveTo>
                  <a:lnTo>
                    <a:pt x="1998" y="12"/>
                  </a:lnTo>
                  <a:cubicBezTo>
                    <a:pt x="1626" y="13"/>
                    <a:pt x="1274" y="181"/>
                    <a:pt x="1046" y="466"/>
                  </a:cubicBezTo>
                  <a:lnTo>
                    <a:pt x="1" y="1776"/>
                  </a:lnTo>
                  <a:lnTo>
                    <a:pt x="1" y="4716"/>
                  </a:lnTo>
                  <a:lnTo>
                    <a:pt x="63345" y="4716"/>
                  </a:lnTo>
                  <a:lnTo>
                    <a:pt x="63345" y="1561"/>
                  </a:lnTo>
                  <a:lnTo>
                    <a:pt x="42041" y="1561"/>
                  </a:lnTo>
                  <a:lnTo>
                    <a:pt x="42041" y="1558"/>
                  </a:lnTo>
                  <a:lnTo>
                    <a:pt x="12828" y="1558"/>
                  </a:lnTo>
                  <a:lnTo>
                    <a:pt x="12828" y="1561"/>
                  </a:lnTo>
                  <a:lnTo>
                    <a:pt x="10661" y="1561"/>
                  </a:lnTo>
                  <a:cubicBezTo>
                    <a:pt x="10436" y="1561"/>
                    <a:pt x="10228" y="1446"/>
                    <a:pt x="10111" y="1259"/>
                  </a:cubicBezTo>
                  <a:lnTo>
                    <a:pt x="9684" y="570"/>
                  </a:lnTo>
                  <a:cubicBezTo>
                    <a:pt x="9464" y="215"/>
                    <a:pt x="9072" y="0"/>
                    <a:pt x="86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5" name="Google Shape;515;p30"/>
            <p:cNvGrpSpPr/>
            <p:nvPr/>
          </p:nvGrpSpPr>
          <p:grpSpPr>
            <a:xfrm>
              <a:off x="8615858" y="363744"/>
              <a:ext cx="95883" cy="90921"/>
              <a:chOff x="9836708" y="522994"/>
              <a:chExt cx="95883" cy="90921"/>
            </a:xfrm>
          </p:grpSpPr>
          <p:sp>
            <p:nvSpPr>
              <p:cNvPr id="516" name="Google Shape;516;p30"/>
              <p:cNvSpPr/>
              <p:nvPr/>
            </p:nvSpPr>
            <p:spPr>
              <a:xfrm>
                <a:off x="9836708" y="522994"/>
                <a:ext cx="87301" cy="90921"/>
              </a:xfrm>
              <a:custGeom>
                <a:avLst/>
                <a:gdLst/>
                <a:ahLst/>
                <a:cxnLst/>
                <a:rect l="l" t="t" r="r" b="b"/>
                <a:pathLst>
                  <a:path w="651" h="678" extrusionOk="0">
                    <a:moveTo>
                      <a:pt x="594" y="1"/>
                    </a:moveTo>
                    <a:lnTo>
                      <a:pt x="0" y="621"/>
                    </a:lnTo>
                    <a:lnTo>
                      <a:pt x="57" y="677"/>
                    </a:lnTo>
                    <a:lnTo>
                      <a:pt x="650" y="55"/>
                    </a:lnTo>
                    <a:lnTo>
                      <a:pt x="59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30"/>
              <p:cNvSpPr/>
              <p:nvPr/>
            </p:nvSpPr>
            <p:spPr>
              <a:xfrm>
                <a:off x="9838451" y="525408"/>
                <a:ext cx="94140" cy="87167"/>
              </a:xfrm>
              <a:custGeom>
                <a:avLst/>
                <a:gdLst/>
                <a:ahLst/>
                <a:cxnLst/>
                <a:rect l="l" t="t" r="r" b="b"/>
                <a:pathLst>
                  <a:path w="702" h="650" extrusionOk="0">
                    <a:moveTo>
                      <a:pt x="54" y="1"/>
                    </a:moveTo>
                    <a:lnTo>
                      <a:pt x="0" y="58"/>
                    </a:lnTo>
                    <a:lnTo>
                      <a:pt x="647" y="649"/>
                    </a:lnTo>
                    <a:lnTo>
                      <a:pt x="701" y="592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8" name="Google Shape;518;p30"/>
            <p:cNvSpPr/>
            <p:nvPr/>
          </p:nvSpPr>
          <p:spPr>
            <a:xfrm>
              <a:off x="7063999" y="1103467"/>
              <a:ext cx="69063" cy="69063"/>
            </a:xfrm>
            <a:custGeom>
              <a:avLst/>
              <a:gdLst/>
              <a:ahLst/>
              <a:cxnLst/>
              <a:rect l="l" t="t" r="r" b="b"/>
              <a:pathLst>
                <a:path w="515" h="515" extrusionOk="0">
                  <a:moveTo>
                    <a:pt x="258" y="1"/>
                  </a:moveTo>
                  <a:cubicBezTo>
                    <a:pt x="117" y="1"/>
                    <a:pt x="1" y="115"/>
                    <a:pt x="1" y="258"/>
                  </a:cubicBezTo>
                  <a:cubicBezTo>
                    <a:pt x="1" y="399"/>
                    <a:pt x="117" y="514"/>
                    <a:pt x="258" y="514"/>
                  </a:cubicBezTo>
                  <a:cubicBezTo>
                    <a:pt x="399" y="514"/>
                    <a:pt x="514" y="399"/>
                    <a:pt x="514" y="258"/>
                  </a:cubicBezTo>
                  <a:cubicBezTo>
                    <a:pt x="514" y="115"/>
                    <a:pt x="399" y="1"/>
                    <a:pt x="2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9" name="Google Shape;519;p30"/>
            <p:cNvGrpSpPr/>
            <p:nvPr/>
          </p:nvGrpSpPr>
          <p:grpSpPr>
            <a:xfrm>
              <a:off x="7053002" y="1092202"/>
              <a:ext cx="123644" cy="122571"/>
              <a:chOff x="8273852" y="1251452"/>
              <a:chExt cx="123644" cy="122571"/>
            </a:xfrm>
          </p:grpSpPr>
          <p:sp>
            <p:nvSpPr>
              <p:cNvPr id="520" name="Google Shape;520;p30"/>
              <p:cNvSpPr/>
              <p:nvPr/>
            </p:nvSpPr>
            <p:spPr>
              <a:xfrm>
                <a:off x="8273852" y="1251452"/>
                <a:ext cx="91324" cy="91592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83" extrusionOk="0">
                    <a:moveTo>
                      <a:pt x="340" y="85"/>
                    </a:moveTo>
                    <a:cubicBezTo>
                      <a:pt x="481" y="85"/>
                      <a:pt x="596" y="199"/>
                      <a:pt x="596" y="342"/>
                    </a:cubicBezTo>
                    <a:cubicBezTo>
                      <a:pt x="596" y="483"/>
                      <a:pt x="481" y="598"/>
                      <a:pt x="340" y="598"/>
                    </a:cubicBezTo>
                    <a:cubicBezTo>
                      <a:pt x="199" y="598"/>
                      <a:pt x="83" y="483"/>
                      <a:pt x="83" y="342"/>
                    </a:cubicBezTo>
                    <a:cubicBezTo>
                      <a:pt x="83" y="199"/>
                      <a:pt x="199" y="85"/>
                      <a:pt x="340" y="85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41"/>
                    </a:cubicBezTo>
                    <a:cubicBezTo>
                      <a:pt x="1" y="529"/>
                      <a:pt x="153" y="682"/>
                      <a:pt x="340" y="682"/>
                    </a:cubicBezTo>
                    <a:cubicBezTo>
                      <a:pt x="421" y="682"/>
                      <a:pt x="496" y="653"/>
                      <a:pt x="554" y="605"/>
                    </a:cubicBezTo>
                    <a:lnTo>
                      <a:pt x="526" y="577"/>
                    </a:lnTo>
                    <a:lnTo>
                      <a:pt x="585" y="518"/>
                    </a:lnTo>
                    <a:lnTo>
                      <a:pt x="611" y="546"/>
                    </a:lnTo>
                    <a:cubicBezTo>
                      <a:pt x="654" y="488"/>
                      <a:pt x="680" y="418"/>
                      <a:pt x="680" y="341"/>
                    </a:cubicBezTo>
                    <a:cubicBezTo>
                      <a:pt x="680" y="153"/>
                      <a:pt x="527" y="1"/>
                      <a:pt x="34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30"/>
              <p:cNvSpPr/>
              <p:nvPr/>
            </p:nvSpPr>
            <p:spPr>
              <a:xfrm>
                <a:off x="8348012" y="1324539"/>
                <a:ext cx="49484" cy="49484"/>
              </a:xfrm>
              <a:custGeom>
                <a:avLst/>
                <a:gdLst/>
                <a:ahLst/>
                <a:cxnLst/>
                <a:rect l="l" t="t" r="r" b="b"/>
                <a:pathLst>
                  <a:path w="369" h="369" extrusionOk="0">
                    <a:moveTo>
                      <a:pt x="58" y="1"/>
                    </a:moveTo>
                    <a:cubicBezTo>
                      <a:pt x="42" y="22"/>
                      <a:pt x="22" y="44"/>
                      <a:pt x="1" y="60"/>
                    </a:cubicBezTo>
                    <a:lnTo>
                      <a:pt x="309" y="369"/>
                    </a:lnTo>
                    <a:lnTo>
                      <a:pt x="368" y="309"/>
                    </a:lnTo>
                    <a:lnTo>
                      <a:pt x="5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30"/>
              <p:cNvSpPr/>
              <p:nvPr/>
            </p:nvSpPr>
            <p:spPr>
              <a:xfrm>
                <a:off x="8344257" y="1321052"/>
                <a:ext cx="11667" cy="11533"/>
              </a:xfrm>
              <a:custGeom>
                <a:avLst/>
                <a:gdLst/>
                <a:ahLst/>
                <a:cxnLst/>
                <a:rect l="l" t="t" r="r" b="b"/>
                <a:pathLst>
                  <a:path w="87" h="86" extrusionOk="0">
                    <a:moveTo>
                      <a:pt x="60" y="1"/>
                    </a:moveTo>
                    <a:lnTo>
                      <a:pt x="1" y="58"/>
                    </a:lnTo>
                    <a:lnTo>
                      <a:pt x="29" y="86"/>
                    </a:lnTo>
                    <a:cubicBezTo>
                      <a:pt x="50" y="70"/>
                      <a:pt x="70" y="48"/>
                      <a:pt x="86" y="27"/>
                    </a:cubicBezTo>
                    <a:lnTo>
                      <a:pt x="6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23" name="Google Shape;523;p30"/>
            <p:cNvSpPr/>
            <p:nvPr/>
          </p:nvSpPr>
          <p:spPr>
            <a:xfrm>
              <a:off x="8125698" y="398541"/>
              <a:ext cx="92665" cy="13276"/>
            </a:xfrm>
            <a:custGeom>
              <a:avLst/>
              <a:gdLst/>
              <a:ahLst/>
              <a:cxnLst/>
              <a:rect l="l" t="t" r="r" b="b"/>
              <a:pathLst>
                <a:path w="691" h="99" extrusionOk="0">
                  <a:moveTo>
                    <a:pt x="1" y="0"/>
                  </a:moveTo>
                  <a:lnTo>
                    <a:pt x="1" y="99"/>
                  </a:lnTo>
                  <a:lnTo>
                    <a:pt x="690" y="99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0"/>
            <p:cNvSpPr/>
            <p:nvPr/>
          </p:nvSpPr>
          <p:spPr>
            <a:xfrm>
              <a:off x="7700862" y="1086569"/>
              <a:ext cx="133968" cy="133968"/>
            </a:xfrm>
            <a:custGeom>
              <a:avLst/>
              <a:gdLst/>
              <a:ahLst/>
              <a:cxnLst/>
              <a:rect l="l" t="t" r="r" b="b"/>
              <a:pathLst>
                <a:path w="999" h="999" extrusionOk="0">
                  <a:moveTo>
                    <a:pt x="1" y="0"/>
                  </a:moveTo>
                  <a:lnTo>
                    <a:pt x="1" y="998"/>
                  </a:lnTo>
                  <a:lnTo>
                    <a:pt x="999" y="998"/>
                  </a:lnTo>
                  <a:lnTo>
                    <a:pt x="9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0"/>
            <p:cNvSpPr/>
            <p:nvPr/>
          </p:nvSpPr>
          <p:spPr>
            <a:xfrm>
              <a:off x="8218372" y="1086569"/>
              <a:ext cx="133834" cy="133968"/>
            </a:xfrm>
            <a:custGeom>
              <a:avLst/>
              <a:gdLst/>
              <a:ahLst/>
              <a:cxnLst/>
              <a:rect l="l" t="t" r="r" b="b"/>
              <a:pathLst>
                <a:path w="998" h="999" extrusionOk="0">
                  <a:moveTo>
                    <a:pt x="1" y="0"/>
                  </a:moveTo>
                  <a:lnTo>
                    <a:pt x="1" y="998"/>
                  </a:lnTo>
                  <a:lnTo>
                    <a:pt x="997" y="998"/>
                  </a:lnTo>
                  <a:lnTo>
                    <a:pt x="99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0"/>
            <p:cNvSpPr/>
            <p:nvPr/>
          </p:nvSpPr>
          <p:spPr>
            <a:xfrm>
              <a:off x="7963036" y="1086569"/>
              <a:ext cx="133834" cy="133968"/>
            </a:xfrm>
            <a:custGeom>
              <a:avLst/>
              <a:gdLst/>
              <a:ahLst/>
              <a:cxnLst/>
              <a:rect l="l" t="t" r="r" b="b"/>
              <a:pathLst>
                <a:path w="998" h="999" extrusionOk="0">
                  <a:moveTo>
                    <a:pt x="1" y="0"/>
                  </a:moveTo>
                  <a:lnTo>
                    <a:pt x="1" y="998"/>
                  </a:lnTo>
                  <a:lnTo>
                    <a:pt x="997" y="998"/>
                  </a:lnTo>
                  <a:lnTo>
                    <a:pt x="99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8453725" y="1086569"/>
              <a:ext cx="133968" cy="133968"/>
            </a:xfrm>
            <a:custGeom>
              <a:avLst/>
              <a:gdLst/>
              <a:ahLst/>
              <a:cxnLst/>
              <a:rect l="l" t="t" r="r" b="b"/>
              <a:pathLst>
                <a:path w="999" h="999" extrusionOk="0">
                  <a:moveTo>
                    <a:pt x="1" y="0"/>
                  </a:moveTo>
                  <a:lnTo>
                    <a:pt x="1" y="998"/>
                  </a:lnTo>
                  <a:lnTo>
                    <a:pt x="999" y="998"/>
                  </a:lnTo>
                  <a:lnTo>
                    <a:pt x="9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0"/>
            <p:cNvSpPr/>
            <p:nvPr/>
          </p:nvSpPr>
          <p:spPr>
            <a:xfrm>
              <a:off x="5854509" y="1089654"/>
              <a:ext cx="1084621" cy="127934"/>
            </a:xfrm>
            <a:custGeom>
              <a:avLst/>
              <a:gdLst/>
              <a:ahLst/>
              <a:cxnLst/>
              <a:rect l="l" t="t" r="r" b="b"/>
              <a:pathLst>
                <a:path w="8088" h="954" extrusionOk="0">
                  <a:moveTo>
                    <a:pt x="1" y="0"/>
                  </a:moveTo>
                  <a:lnTo>
                    <a:pt x="1" y="954"/>
                  </a:lnTo>
                  <a:lnTo>
                    <a:pt x="8054" y="954"/>
                  </a:lnTo>
                  <a:cubicBezTo>
                    <a:pt x="8072" y="954"/>
                    <a:pt x="8087" y="939"/>
                    <a:pt x="8087" y="921"/>
                  </a:cubicBezTo>
                  <a:lnTo>
                    <a:pt x="8087" y="33"/>
                  </a:lnTo>
                  <a:cubicBezTo>
                    <a:pt x="8087" y="15"/>
                    <a:pt x="8072" y="0"/>
                    <a:pt x="80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0"/>
            <p:cNvSpPr/>
            <p:nvPr/>
          </p:nvSpPr>
          <p:spPr>
            <a:xfrm>
              <a:off x="523525" y="1089386"/>
              <a:ext cx="2025618" cy="128202"/>
            </a:xfrm>
            <a:custGeom>
              <a:avLst/>
              <a:gdLst/>
              <a:ahLst/>
              <a:cxnLst/>
              <a:rect l="l" t="t" r="r" b="b"/>
              <a:pathLst>
                <a:path w="15105" h="956" extrusionOk="0">
                  <a:moveTo>
                    <a:pt x="34" y="0"/>
                  </a:moveTo>
                  <a:cubicBezTo>
                    <a:pt x="16" y="2"/>
                    <a:pt x="1" y="15"/>
                    <a:pt x="1" y="33"/>
                  </a:cubicBezTo>
                  <a:lnTo>
                    <a:pt x="1" y="923"/>
                  </a:lnTo>
                  <a:cubicBezTo>
                    <a:pt x="1" y="941"/>
                    <a:pt x="16" y="956"/>
                    <a:pt x="34" y="956"/>
                  </a:cubicBezTo>
                  <a:lnTo>
                    <a:pt x="15105" y="956"/>
                  </a:lnTo>
                  <a:lnTo>
                    <a:pt x="151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0" name="Google Shape;530;p30"/>
            <p:cNvGrpSpPr/>
            <p:nvPr/>
          </p:nvGrpSpPr>
          <p:grpSpPr>
            <a:xfrm>
              <a:off x="8377225" y="355925"/>
              <a:ext cx="107100" cy="98525"/>
              <a:chOff x="8377225" y="355925"/>
              <a:chExt cx="107100" cy="98525"/>
            </a:xfrm>
          </p:grpSpPr>
          <p:sp>
            <p:nvSpPr>
              <p:cNvPr id="531" name="Google Shape;531;p30"/>
              <p:cNvSpPr/>
              <p:nvPr/>
            </p:nvSpPr>
            <p:spPr>
              <a:xfrm>
                <a:off x="8377225" y="385450"/>
                <a:ext cx="69000" cy="69000"/>
              </a:xfrm>
              <a:prstGeom prst="rect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30"/>
              <p:cNvSpPr/>
              <p:nvPr/>
            </p:nvSpPr>
            <p:spPr>
              <a:xfrm>
                <a:off x="8415325" y="355925"/>
                <a:ext cx="69000" cy="69000"/>
              </a:xfrm>
              <a:prstGeom prst="rect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Karla"/>
              <a:buNone/>
              <a:defRPr sz="3000">
                <a:solidFill>
                  <a:schemeClr val="accent3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Karla"/>
              <a:buNone/>
              <a:defRPr sz="3500">
                <a:solidFill>
                  <a:schemeClr val="accent3"/>
                </a:solidFill>
                <a:latin typeface="Karla"/>
                <a:ea typeface="Karla"/>
                <a:cs typeface="Karla"/>
                <a:sym typeface="Karl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Karla"/>
              <a:buNone/>
              <a:defRPr sz="3500">
                <a:solidFill>
                  <a:schemeClr val="accent3"/>
                </a:solidFill>
                <a:latin typeface="Karla"/>
                <a:ea typeface="Karla"/>
                <a:cs typeface="Karla"/>
                <a:sym typeface="Karl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Karla"/>
              <a:buNone/>
              <a:defRPr sz="3500">
                <a:solidFill>
                  <a:schemeClr val="accent3"/>
                </a:solidFill>
                <a:latin typeface="Karla"/>
                <a:ea typeface="Karla"/>
                <a:cs typeface="Karla"/>
                <a:sym typeface="Karl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Karla"/>
              <a:buNone/>
              <a:defRPr sz="3500">
                <a:solidFill>
                  <a:schemeClr val="accent3"/>
                </a:solidFill>
                <a:latin typeface="Karla"/>
                <a:ea typeface="Karla"/>
                <a:cs typeface="Karla"/>
                <a:sym typeface="Karl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Karla"/>
              <a:buNone/>
              <a:defRPr sz="3500">
                <a:solidFill>
                  <a:schemeClr val="accent3"/>
                </a:solidFill>
                <a:latin typeface="Karla"/>
                <a:ea typeface="Karla"/>
                <a:cs typeface="Karla"/>
                <a:sym typeface="Karl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Karla"/>
              <a:buNone/>
              <a:defRPr sz="3500">
                <a:solidFill>
                  <a:schemeClr val="accent3"/>
                </a:solidFill>
                <a:latin typeface="Karla"/>
                <a:ea typeface="Karla"/>
                <a:cs typeface="Karla"/>
                <a:sym typeface="Karl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Karla"/>
              <a:buNone/>
              <a:defRPr sz="3500">
                <a:solidFill>
                  <a:schemeClr val="accent3"/>
                </a:solidFill>
                <a:latin typeface="Karla"/>
                <a:ea typeface="Karla"/>
                <a:cs typeface="Karla"/>
                <a:sym typeface="Karl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Karla"/>
              <a:buNone/>
              <a:defRPr sz="3500">
                <a:solidFill>
                  <a:schemeClr val="accent3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8" r:id="rId4"/>
    <p:sldLayoutId id="2147483675" r:id="rId5"/>
    <p:sldLayoutId id="2147483676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4"/>
          <p:cNvSpPr/>
          <p:nvPr/>
        </p:nvSpPr>
        <p:spPr>
          <a:xfrm>
            <a:off x="592915" y="4763187"/>
            <a:ext cx="17567" cy="17433"/>
          </a:xfrm>
          <a:custGeom>
            <a:avLst/>
            <a:gdLst/>
            <a:ahLst/>
            <a:cxnLst/>
            <a:rect l="l" t="t" r="r" b="b"/>
            <a:pathLst>
              <a:path w="131" h="130" extrusionOk="0">
                <a:moveTo>
                  <a:pt x="1" y="0"/>
                </a:moveTo>
                <a:lnTo>
                  <a:pt x="1" y="130"/>
                </a:lnTo>
                <a:lnTo>
                  <a:pt x="130" y="130"/>
                </a:lnTo>
                <a:cubicBezTo>
                  <a:pt x="58" y="130"/>
                  <a:pt x="1" y="72"/>
                  <a:pt x="1" y="0"/>
                </a:cubicBezTo>
                <a:close/>
              </a:path>
            </a:pathLst>
          </a:custGeom>
          <a:solidFill>
            <a:srgbClr val="CAE8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34"/>
          <p:cNvSpPr/>
          <p:nvPr/>
        </p:nvSpPr>
        <p:spPr>
          <a:xfrm>
            <a:off x="5517505" y="4763187"/>
            <a:ext cx="17702" cy="17433"/>
          </a:xfrm>
          <a:custGeom>
            <a:avLst/>
            <a:gdLst/>
            <a:ahLst/>
            <a:cxnLst/>
            <a:rect l="l" t="t" r="r" b="b"/>
            <a:pathLst>
              <a:path w="132" h="130" extrusionOk="0">
                <a:moveTo>
                  <a:pt x="132" y="0"/>
                </a:moveTo>
                <a:cubicBezTo>
                  <a:pt x="132" y="72"/>
                  <a:pt x="73" y="130"/>
                  <a:pt x="1" y="130"/>
                </a:cubicBezTo>
                <a:lnTo>
                  <a:pt x="132" y="130"/>
                </a:lnTo>
                <a:lnTo>
                  <a:pt x="132" y="0"/>
                </a:lnTo>
                <a:close/>
              </a:path>
            </a:pathLst>
          </a:custGeom>
          <a:solidFill>
            <a:srgbClr val="CAE8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34"/>
          <p:cNvSpPr txBox="1">
            <a:spLocks noGrp="1"/>
          </p:cNvSpPr>
          <p:nvPr>
            <p:ph type="ctrTitle"/>
          </p:nvPr>
        </p:nvSpPr>
        <p:spPr>
          <a:xfrm>
            <a:off x="1137205" y="1760890"/>
            <a:ext cx="7004400" cy="13120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Elementi &lt;div&gt; dhe Teknika e shtresave</a:t>
            </a:r>
            <a:endParaRPr dirty="0"/>
          </a:p>
        </p:txBody>
      </p:sp>
      <p:sp>
        <p:nvSpPr>
          <p:cNvPr id="546" name="Google Shape;546;p34"/>
          <p:cNvSpPr txBox="1">
            <a:spLocks noGrp="1"/>
          </p:cNvSpPr>
          <p:nvPr>
            <p:ph type="subTitle" idx="1"/>
          </p:nvPr>
        </p:nvSpPr>
        <p:spPr>
          <a:xfrm>
            <a:off x="2307550" y="3261289"/>
            <a:ext cx="45288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Leksioni 10</a:t>
            </a:r>
            <a:endParaRPr dirty="0"/>
          </a:p>
        </p:txBody>
      </p:sp>
      <p:sp>
        <p:nvSpPr>
          <p:cNvPr id="547" name="Google Shape;547;p34"/>
          <p:cNvSpPr/>
          <p:nvPr/>
        </p:nvSpPr>
        <p:spPr>
          <a:xfrm rot="-8100000">
            <a:off x="6620987" y="3631341"/>
            <a:ext cx="532027" cy="288500"/>
          </a:xfrm>
          <a:prstGeom prst="rightArrow">
            <a:avLst>
              <a:gd name="adj1" fmla="val 20222"/>
              <a:gd name="adj2" fmla="val 11522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7"/>
          <p:cNvSpPr txBox="1">
            <a:spLocks noGrp="1"/>
          </p:cNvSpPr>
          <p:nvPr>
            <p:ph type="title"/>
          </p:nvPr>
        </p:nvSpPr>
        <p:spPr>
          <a:xfrm>
            <a:off x="557213" y="1400175"/>
            <a:ext cx="8029574" cy="7812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Cfare eshte &lt;div&gt;?</a:t>
            </a:r>
            <a:endParaRPr sz="4800" dirty="0"/>
          </a:p>
        </p:txBody>
      </p:sp>
      <p:sp>
        <p:nvSpPr>
          <p:cNvPr id="579" name="Google Shape;579;p37"/>
          <p:cNvSpPr txBox="1">
            <a:spLocks noGrp="1"/>
          </p:cNvSpPr>
          <p:nvPr>
            <p:ph type="subTitle" idx="1"/>
          </p:nvPr>
        </p:nvSpPr>
        <p:spPr>
          <a:xfrm>
            <a:off x="1846200" y="2813011"/>
            <a:ext cx="5451600" cy="1316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-&gt;Division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-&gt;</a:t>
            </a:r>
            <a:r>
              <a:rPr lang="en-US" dirty="0" err="1"/>
              <a:t>Eshte</a:t>
            </a:r>
            <a:r>
              <a:rPr lang="en-US" dirty="0"/>
              <a:t> </a:t>
            </a:r>
            <a:r>
              <a:rPr lang="en-US" dirty="0" err="1"/>
              <a:t>thjeshte</a:t>
            </a:r>
            <a:r>
              <a:rPr lang="en-US" dirty="0"/>
              <a:t> </a:t>
            </a:r>
            <a:r>
              <a:rPr lang="en-US" dirty="0" err="1"/>
              <a:t>nje</a:t>
            </a:r>
            <a:r>
              <a:rPr lang="en-US" dirty="0"/>
              <a:t> </a:t>
            </a:r>
            <a:r>
              <a:rPr lang="en-US" dirty="0" err="1"/>
              <a:t>boks</a:t>
            </a:r>
            <a:r>
              <a:rPr lang="en-US" dirty="0"/>
              <a:t> (</a:t>
            </a:r>
            <a:r>
              <a:rPr lang="en-US" dirty="0" err="1"/>
              <a:t>katrore</a:t>
            </a:r>
            <a:r>
              <a:rPr lang="en-US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 algn="l"/>
            <a:r>
              <a:rPr lang="en-US" dirty="0"/>
              <a:t>-&gt;</a:t>
            </a:r>
            <a:r>
              <a:rPr lang="en-US" dirty="0" err="1"/>
              <a:t>Eshte</a:t>
            </a:r>
            <a:r>
              <a:rPr lang="en-US" dirty="0"/>
              <a:t> element block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580" name="Google Shape;580;p37"/>
          <p:cNvSpPr/>
          <p:nvPr/>
        </p:nvSpPr>
        <p:spPr>
          <a:xfrm rot="-8100000">
            <a:off x="6921024" y="3906256"/>
            <a:ext cx="532027" cy="288500"/>
          </a:xfrm>
          <a:prstGeom prst="rightArrow">
            <a:avLst>
              <a:gd name="adj1" fmla="val 20222"/>
              <a:gd name="adj2" fmla="val 11522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5477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5"/>
          <p:cNvSpPr txBox="1">
            <a:spLocks noGrp="1"/>
          </p:cNvSpPr>
          <p:nvPr>
            <p:ph type="title"/>
          </p:nvPr>
        </p:nvSpPr>
        <p:spPr>
          <a:xfrm>
            <a:off x="321469" y="1365359"/>
            <a:ext cx="8501062" cy="830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Si te krijojme nje &lt;div&gt;</a:t>
            </a:r>
            <a:endParaRPr sz="4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DDE4C3-9BBE-C4BC-59CD-0853EC2B4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8880" y="2514126"/>
            <a:ext cx="4186240" cy="18154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7"/>
          <p:cNvSpPr txBox="1">
            <a:spLocks noGrp="1"/>
          </p:cNvSpPr>
          <p:nvPr>
            <p:ph type="title"/>
          </p:nvPr>
        </p:nvSpPr>
        <p:spPr>
          <a:xfrm>
            <a:off x="557213" y="1400175"/>
            <a:ext cx="8029574" cy="7812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Teknika e shtresave</a:t>
            </a:r>
            <a:endParaRPr sz="4800" dirty="0"/>
          </a:p>
        </p:txBody>
      </p:sp>
      <p:sp>
        <p:nvSpPr>
          <p:cNvPr id="579" name="Google Shape;579;p37"/>
          <p:cNvSpPr txBox="1">
            <a:spLocks noGrp="1"/>
          </p:cNvSpPr>
          <p:nvPr>
            <p:ph type="subTitle" idx="1"/>
          </p:nvPr>
        </p:nvSpPr>
        <p:spPr>
          <a:xfrm>
            <a:off x="1846200" y="2351478"/>
            <a:ext cx="5451600" cy="16990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Perbehet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2 </a:t>
            </a:r>
            <a:r>
              <a:rPr lang="en-US" dirty="0" err="1"/>
              <a:t>lloje</a:t>
            </a:r>
            <a:r>
              <a:rPr lang="en-US" dirty="0"/>
              <a:t> </a:t>
            </a:r>
            <a:r>
              <a:rPr lang="en-US" dirty="0" err="1"/>
              <a:t>shtresash</a:t>
            </a:r>
            <a:r>
              <a:rPr lang="en-US" dirty="0"/>
              <a:t> 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1.Shtresa </a:t>
            </a:r>
            <a:r>
              <a:rPr lang="en-US" dirty="0" err="1"/>
              <a:t>vertikale</a:t>
            </a:r>
            <a:r>
              <a:rPr lang="en-US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 algn="l"/>
            <a:r>
              <a:rPr lang="en-US" dirty="0"/>
              <a:t>2.Shtresa </a:t>
            </a:r>
            <a:r>
              <a:rPr lang="en-US" dirty="0" err="1"/>
              <a:t>horizontale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580" name="Google Shape;580;p37"/>
          <p:cNvSpPr/>
          <p:nvPr/>
        </p:nvSpPr>
        <p:spPr>
          <a:xfrm rot="-8100000">
            <a:off x="6921024" y="3906256"/>
            <a:ext cx="532027" cy="288500"/>
          </a:xfrm>
          <a:prstGeom prst="rightArrow">
            <a:avLst>
              <a:gd name="adj1" fmla="val 20222"/>
              <a:gd name="adj2" fmla="val 11522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7911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5AD5BB-F4C2-4EB6-9666-B5557EC0B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90" y="419724"/>
            <a:ext cx="8285420" cy="462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196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339345-1CBF-4436-A744-BEEE33A47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235" y="450476"/>
            <a:ext cx="5441530" cy="424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35174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er Engagement Platform by Slidesgo">
  <a:themeElements>
    <a:clrScheme name="Simple Light">
      <a:dk1>
        <a:srgbClr val="191919"/>
      </a:dk1>
      <a:lt1>
        <a:srgbClr val="E8E8E7"/>
      </a:lt1>
      <a:dk2>
        <a:srgbClr val="C3D5D9"/>
      </a:dk2>
      <a:lt2>
        <a:srgbClr val="89ACB2"/>
      </a:lt2>
      <a:accent1>
        <a:srgbClr val="507F89"/>
      </a:accent1>
      <a:accent2>
        <a:srgbClr val="0F5765"/>
      </a:accent2>
      <a:accent3>
        <a:srgbClr val="0A3C46"/>
      </a:accent3>
      <a:accent4>
        <a:srgbClr val="FFFFFF"/>
      </a:accent4>
      <a:accent5>
        <a:srgbClr val="D9E5E7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53</Words>
  <Application>Microsoft Office PowerPoint</Application>
  <PresentationFormat>On-screen Show (16:9)</PresentationFormat>
  <Paragraphs>15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Figtree</vt:lpstr>
      <vt:lpstr>Karla</vt:lpstr>
      <vt:lpstr>Customer Engagement Platform by Slidesgo</vt:lpstr>
      <vt:lpstr>Elementi &lt;div&gt; dhe Teknika e shtresave</vt:lpstr>
      <vt:lpstr>Cfare eshte &lt;div&gt;?</vt:lpstr>
      <vt:lpstr>Si te krijojme nje &lt;div&gt;</vt:lpstr>
      <vt:lpstr>Teknika e shtresave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Hyrje ne HTML</dc:title>
  <dc:creator>Sabian Zhupa</dc:creator>
  <cp:lastModifiedBy>User</cp:lastModifiedBy>
  <cp:revision>6</cp:revision>
  <dcterms:modified xsi:type="dcterms:W3CDTF">2024-02-11T11:59:42Z</dcterms:modified>
</cp:coreProperties>
</file>