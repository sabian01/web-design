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91" r:id="rId4"/>
    <p:sldId id="292" r:id="rId5"/>
    <p:sldId id="294" r:id="rId6"/>
    <p:sldId id="296" r:id="rId7"/>
    <p:sldId id="295" r:id="rId8"/>
  </p:sldIdLst>
  <p:sldSz cx="9144000" cy="5143500" type="screen16x9"/>
  <p:notesSz cx="6858000" cy="9144000"/>
  <p:embeddedFontLst>
    <p:embeddedFont>
      <p:font typeface="Nunito Light" pitchFamily="2" charset="0"/>
      <p:regular r:id="rId10"/>
      <p:italic r:id="rId11"/>
    </p:embeddedFont>
    <p:embeddedFont>
      <p:font typeface="Quantico" panose="020B0604020202020204" charset="0"/>
      <p:regular r:id="rId12"/>
      <p:bold r:id="rId13"/>
      <p:italic r:id="rId14"/>
      <p:boldItalic r:id="rId15"/>
    </p:embeddedFont>
    <p:embeddedFont>
      <p:font typeface="Source Code Pro" panose="020B0509030403020204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B5DB56-AC6C-47A5-B938-261A3598CD79}">
  <a:tblStyle styleId="{36B5DB56-AC6C-47A5-B938-261A3598CD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387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7251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475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683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190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00" y="0"/>
            <a:ext cx="91440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731913" y="1906688"/>
            <a:ext cx="22251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5" name="Google Shape;25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7" name="Google Shape;37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4" name="Google Shape;44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0" name="Google Shape;50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7" name="Google Shape;57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 hasCustomPrompt="1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5"/>
          <p:cNvGrpSpPr/>
          <p:nvPr/>
        </p:nvGrpSpPr>
        <p:grpSpPr>
          <a:xfrm>
            <a:off x="1282950" y="650425"/>
            <a:ext cx="6578100" cy="3438300"/>
            <a:chOff x="772525" y="726625"/>
            <a:chExt cx="6578100" cy="3438300"/>
          </a:xfrm>
        </p:grpSpPr>
        <p:sp>
          <p:nvSpPr>
            <p:cNvPr id="77" name="Google Shape;77;p15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2848350" y="3365325"/>
            <a:ext cx="3447300" cy="962400"/>
            <a:chOff x="4924175" y="3441525"/>
            <a:chExt cx="3447300" cy="962400"/>
          </a:xfrm>
        </p:grpSpPr>
        <p:sp>
          <p:nvSpPr>
            <p:cNvPr id="80" name="Google Shape;80;p15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Google Shape;82;p15"/>
          <p:cNvSpPr txBox="1"/>
          <p:nvPr/>
        </p:nvSpPr>
        <p:spPr>
          <a:xfrm>
            <a:off x="1414871" y="1639888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&lt;/</a:t>
            </a:r>
            <a:endParaRPr sz="3600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020763" y="24932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5"/>
          <p:cNvSpPr txBox="1">
            <a:spLocks noGrp="1"/>
          </p:cNvSpPr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CHROME DEV-TOOLS</a:t>
            </a:r>
            <a:br>
              <a:rPr lang="en" dirty="0">
                <a:solidFill>
                  <a:schemeClr val="accent2"/>
                </a:solidFill>
              </a:rPr>
            </a:br>
            <a:r>
              <a:rPr lang="en" dirty="0">
                <a:solidFill>
                  <a:schemeClr val="accent2"/>
                </a:solidFill>
              </a:rPr>
              <a:t>&amp;</a:t>
            </a:r>
            <a:br>
              <a:rPr lang="en" dirty="0">
                <a:solidFill>
                  <a:schemeClr val="accent2"/>
                </a:solidFill>
              </a:rPr>
            </a:br>
            <a:r>
              <a:rPr lang="en" dirty="0">
                <a:solidFill>
                  <a:schemeClr val="accent2"/>
                </a:solidFill>
              </a:rPr>
              <a:t>CSS BOX MODEL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Leksioni 04</a:t>
            </a:r>
            <a:endParaRPr dirty="0"/>
          </a:p>
        </p:txBody>
      </p:sp>
      <p:grpSp>
        <p:nvGrpSpPr>
          <p:cNvPr id="86" name="Google Shape;86;p15"/>
          <p:cNvGrpSpPr/>
          <p:nvPr/>
        </p:nvGrpSpPr>
        <p:grpSpPr>
          <a:xfrm>
            <a:off x="488525" y="3098476"/>
            <a:ext cx="1864800" cy="718498"/>
            <a:chOff x="488525" y="3093501"/>
            <a:chExt cx="1864800" cy="718498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488525" y="3093501"/>
              <a:ext cx="1864800" cy="718498"/>
              <a:chOff x="488525" y="3093501"/>
              <a:chExt cx="1864800" cy="718498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488525" y="3348799"/>
                <a:ext cx="1864800" cy="463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488525" y="3093501"/>
                <a:ext cx="1864800" cy="255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693113" y="3432625"/>
              <a:ext cx="1455642" cy="295547"/>
              <a:chOff x="704072" y="2828928"/>
              <a:chExt cx="1455642" cy="295547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704072" y="2828928"/>
                <a:ext cx="295547" cy="295547"/>
              </a:xfrm>
              <a:custGeom>
                <a:avLst/>
                <a:gdLst/>
                <a:ahLst/>
                <a:cxnLst/>
                <a:rect l="l" t="t" r="r" b="b"/>
                <a:pathLst>
                  <a:path w="3170" h="3170" extrusionOk="0">
                    <a:moveTo>
                      <a:pt x="701" y="1"/>
                    </a:moveTo>
                    <a:cubicBezTo>
                      <a:pt x="301" y="1"/>
                      <a:pt x="1" y="334"/>
                      <a:pt x="1" y="701"/>
                    </a:cubicBezTo>
                    <a:lnTo>
                      <a:pt x="1" y="2436"/>
                    </a:lnTo>
                    <a:cubicBezTo>
                      <a:pt x="1" y="2869"/>
                      <a:pt x="334" y="3169"/>
                      <a:pt x="701" y="3169"/>
                    </a:cubicBezTo>
                    <a:lnTo>
                      <a:pt x="2469" y="3169"/>
                    </a:lnTo>
                    <a:cubicBezTo>
                      <a:pt x="2870" y="3169"/>
                      <a:pt x="3170" y="2836"/>
                      <a:pt x="3170" y="2436"/>
                    </a:cubicBezTo>
                    <a:lnTo>
                      <a:pt x="3170" y="701"/>
                    </a:lnTo>
                    <a:cubicBezTo>
                      <a:pt x="3170" y="267"/>
                      <a:pt x="2836" y="1"/>
                      <a:pt x="24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1095931" y="2922255"/>
                <a:ext cx="1063783" cy="21816"/>
              </a:xfrm>
              <a:custGeom>
                <a:avLst/>
                <a:gdLst/>
                <a:ahLst/>
                <a:cxnLst/>
                <a:rect l="l" t="t" r="r" b="b"/>
                <a:pathLst>
                  <a:path w="11410" h="234" extrusionOk="0">
                    <a:moveTo>
                      <a:pt x="134" y="0"/>
                    </a:moveTo>
                    <a:cubicBezTo>
                      <a:pt x="68" y="0"/>
                      <a:pt x="1" y="34"/>
                      <a:pt x="1" y="100"/>
                    </a:cubicBezTo>
                    <a:cubicBezTo>
                      <a:pt x="1" y="200"/>
                      <a:pt x="68" y="234"/>
                      <a:pt x="134" y="234"/>
                    </a:cubicBezTo>
                    <a:lnTo>
                      <a:pt x="11276" y="234"/>
                    </a:lnTo>
                    <a:cubicBezTo>
                      <a:pt x="11342" y="234"/>
                      <a:pt x="11409" y="200"/>
                      <a:pt x="11409" y="100"/>
                    </a:cubicBezTo>
                    <a:cubicBezTo>
                      <a:pt x="11409" y="34"/>
                      <a:pt x="11309" y="0"/>
                      <a:pt x="11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1095931" y="3003088"/>
                <a:ext cx="684327" cy="21910"/>
              </a:xfrm>
              <a:custGeom>
                <a:avLst/>
                <a:gdLst/>
                <a:ahLst/>
                <a:cxnLst/>
                <a:rect l="l" t="t" r="r" b="b"/>
                <a:pathLst>
                  <a:path w="7340" h="235" extrusionOk="0">
                    <a:moveTo>
                      <a:pt x="134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01"/>
                      <a:pt x="68" y="234"/>
                      <a:pt x="134" y="234"/>
                    </a:cubicBezTo>
                    <a:lnTo>
                      <a:pt x="7239" y="234"/>
                    </a:lnTo>
                    <a:cubicBezTo>
                      <a:pt x="7306" y="234"/>
                      <a:pt x="7339" y="201"/>
                      <a:pt x="7339" y="134"/>
                    </a:cubicBezTo>
                    <a:cubicBezTo>
                      <a:pt x="7339" y="67"/>
                      <a:pt x="7273" y="1"/>
                      <a:pt x="7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" name="Google Shape;94;p15"/>
            <p:cNvGrpSpPr/>
            <p:nvPr/>
          </p:nvGrpSpPr>
          <p:grpSpPr>
            <a:xfrm>
              <a:off x="1892128" y="3177685"/>
              <a:ext cx="361833" cy="86930"/>
              <a:chOff x="2513203" y="3027163"/>
              <a:chExt cx="361833" cy="8693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2513203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4" y="1"/>
                    </a:moveTo>
                    <a:cubicBezTo>
                      <a:pt x="500" y="1"/>
                      <a:pt x="0" y="501"/>
                      <a:pt x="0" y="1101"/>
                    </a:cubicBezTo>
                    <a:cubicBezTo>
                      <a:pt x="0" y="1735"/>
                      <a:pt x="500" y="2236"/>
                      <a:pt x="1134" y="2236"/>
                    </a:cubicBezTo>
                    <a:cubicBezTo>
                      <a:pt x="1768" y="2236"/>
                      <a:pt x="2268" y="1735"/>
                      <a:pt x="2268" y="1101"/>
                    </a:cubicBezTo>
                    <a:cubicBezTo>
                      <a:pt x="2268" y="501"/>
                      <a:pt x="1768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650635" y="3027163"/>
                <a:ext cx="88252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2236" extrusionOk="0">
                    <a:moveTo>
                      <a:pt x="1135" y="1"/>
                    </a:moveTo>
                    <a:cubicBezTo>
                      <a:pt x="501" y="1"/>
                      <a:pt x="1" y="501"/>
                      <a:pt x="1" y="1101"/>
                    </a:cubicBezTo>
                    <a:cubicBezTo>
                      <a:pt x="1" y="1735"/>
                      <a:pt x="501" y="2236"/>
                      <a:pt x="1135" y="2236"/>
                    </a:cubicBezTo>
                    <a:cubicBezTo>
                      <a:pt x="1769" y="2236"/>
                      <a:pt x="2269" y="1735"/>
                      <a:pt x="2269" y="1101"/>
                    </a:cubicBezTo>
                    <a:cubicBezTo>
                      <a:pt x="2269" y="501"/>
                      <a:pt x="1736" y="1"/>
                      <a:pt x="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786822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5" y="1"/>
                    </a:moveTo>
                    <a:cubicBezTo>
                      <a:pt x="501" y="1"/>
                      <a:pt x="0" y="501"/>
                      <a:pt x="0" y="1101"/>
                    </a:cubicBezTo>
                    <a:cubicBezTo>
                      <a:pt x="0" y="1735"/>
                      <a:pt x="501" y="2236"/>
                      <a:pt x="1135" y="2236"/>
                    </a:cubicBezTo>
                    <a:cubicBezTo>
                      <a:pt x="1768" y="2236"/>
                      <a:pt x="2269" y="1735"/>
                      <a:pt x="2269" y="1101"/>
                    </a:cubicBezTo>
                    <a:cubicBezTo>
                      <a:pt x="2269" y="501"/>
                      <a:pt x="1768" y="1"/>
                      <a:pt x="1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829014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</a:t>
            </a:r>
            <a:r>
              <a:rPr lang="en" dirty="0"/>
              <a:t>CFARE ESHTE CHROME DEV-TOOLS?</a:t>
            </a:r>
            <a:endParaRPr dirty="0"/>
          </a:p>
        </p:txBody>
      </p:sp>
      <p:sp>
        <p:nvSpPr>
          <p:cNvPr id="111" name="Google Shape;111;p17"/>
          <p:cNvSpPr txBox="1"/>
          <p:nvPr/>
        </p:nvSpPr>
        <p:spPr>
          <a:xfrm>
            <a:off x="1027134" y="1955966"/>
            <a:ext cx="7089732" cy="155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Eshte nje set mjetesh qe ndihmon web dizajnerat te krijojne faqe webi.</a:t>
            </a:r>
            <a:endParaRPr sz="28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504C8F-4FE5-506A-2AEC-CAD2B4B20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021" y="571500"/>
            <a:ext cx="5787958" cy="4000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679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8F269C-4301-B5C5-02DD-B8E3BD9E1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071" y="433299"/>
            <a:ext cx="6187858" cy="4276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461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ADD31-C5D7-D6E7-F624-502F5018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26" y="765652"/>
            <a:ext cx="7485348" cy="3612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263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829014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&lt;/CILESIA MARGIN</a:t>
            </a:r>
            <a:endParaRPr dirty="0"/>
          </a:p>
        </p:txBody>
      </p:sp>
      <p:sp>
        <p:nvSpPr>
          <p:cNvPr id="111" name="Google Shape;111;p17"/>
          <p:cNvSpPr txBox="1"/>
          <p:nvPr/>
        </p:nvSpPr>
        <p:spPr>
          <a:xfrm>
            <a:off x="1089641" y="2394377"/>
            <a:ext cx="7089732" cy="155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MARGIN = Hapesire e jashtme.</a:t>
            </a:r>
            <a:endParaRPr sz="28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03292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829014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&lt;/CILESIA PADDING </a:t>
            </a:r>
            <a:endParaRPr dirty="0"/>
          </a:p>
        </p:txBody>
      </p:sp>
      <p:sp>
        <p:nvSpPr>
          <p:cNvPr id="111" name="Google Shape;111;p17"/>
          <p:cNvSpPr txBox="1"/>
          <p:nvPr/>
        </p:nvSpPr>
        <p:spPr>
          <a:xfrm>
            <a:off x="1089641" y="2394377"/>
            <a:ext cx="7089732" cy="155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PADDING = Hapesire e brendshme.</a:t>
            </a:r>
            <a:endParaRPr sz="28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01483589"/>
      </p:ext>
    </p:extLst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49</Words>
  <Application>Microsoft Office PowerPoint</Application>
  <PresentationFormat>On-screen Show (16:9)</PresentationFormat>
  <Paragraphs>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Source Code Pro</vt:lpstr>
      <vt:lpstr>Nunito Light</vt:lpstr>
      <vt:lpstr>Arial</vt:lpstr>
      <vt:lpstr>Quantico</vt:lpstr>
      <vt:lpstr>New Operating System Design Pitch Deck  Infographics by Slidesgo</vt:lpstr>
      <vt:lpstr>CHROME DEV-TOOLS &amp; CSS BOX MODEL</vt:lpstr>
      <vt:lpstr>&lt;/CFARE ESHTE CHROME DEV-TOOLS?</vt:lpstr>
      <vt:lpstr>PowerPoint Presentation</vt:lpstr>
      <vt:lpstr>PowerPoint Presentation</vt:lpstr>
      <vt:lpstr>PowerPoint Presentation</vt:lpstr>
      <vt:lpstr>&lt;/CILESIA MARGIN</vt:lpstr>
      <vt:lpstr>&lt;/CILESIA PADDING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CHROME DEV-TOOLS &amp; CSS BOX MODEL</dc:title>
  <cp:lastModifiedBy>Sabian Zhupa</cp:lastModifiedBy>
  <cp:revision>2</cp:revision>
  <dcterms:modified xsi:type="dcterms:W3CDTF">2023-10-29T21:49:27Z</dcterms:modified>
</cp:coreProperties>
</file>