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9" r:id="rId1"/>
  </p:sldMasterIdLst>
  <p:notesMasterIdLst>
    <p:notesMasterId r:id="rId16"/>
  </p:notesMasterIdLst>
  <p:sldIdLst>
    <p:sldId id="256" r:id="rId2"/>
    <p:sldId id="285" r:id="rId3"/>
    <p:sldId id="270" r:id="rId4"/>
    <p:sldId id="260" r:id="rId5"/>
    <p:sldId id="333" r:id="rId6"/>
    <p:sldId id="334" r:id="rId7"/>
    <p:sldId id="335" r:id="rId8"/>
    <p:sldId id="271" r:id="rId9"/>
    <p:sldId id="336" r:id="rId10"/>
    <p:sldId id="337" r:id="rId11"/>
    <p:sldId id="338" r:id="rId12"/>
    <p:sldId id="273" r:id="rId13"/>
    <p:sldId id="339" r:id="rId14"/>
    <p:sldId id="340" r:id="rId15"/>
  </p:sldIdLst>
  <p:sldSz cx="9144000" cy="5143500" type="screen16x9"/>
  <p:notesSz cx="6858000" cy="9144000"/>
  <p:embeddedFontLst>
    <p:embeddedFont>
      <p:font typeface="Darker Grotesque" panose="020B0604020202020204" charset="0"/>
      <p:regular r:id="rId17"/>
      <p:bold r:id="rId18"/>
    </p:embeddedFont>
    <p:embeddedFont>
      <p:font typeface="Darker Grotesque Medium" panose="020B0604020202020204" charset="0"/>
      <p:regular r:id="rId19"/>
      <p:bold r:id="rId20"/>
    </p:embeddedFont>
    <p:embeddedFont>
      <p:font typeface="Montserrat" panose="000005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AA94327-CC7A-402C-8B8A-AAA2BEF2DA92}">
  <a:tblStyle styleId="{3AA94327-CC7A-402C-8B8A-AAA2BEF2DA9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3" d="100"/>
          <a:sy n="103" d="100"/>
        </p:scale>
        <p:origin x="8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dd75e4c70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dd75e4c70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8" name="Google Shape;2588;gd7e9e01bb3_0_1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9" name="Google Shape;2589;gd7e9e01bb3_0_1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7" name="Google Shape;1607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99f2f57a7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99f2f57a71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110297dab38_0_7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110297dab38_0_7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6631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110297dab38_0_7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110297dab38_0_7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64803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110297dab38_0_7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110297dab38_0_7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32115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gd1e0eea74b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0" name="Google Shape;1670;gd1e0eea74b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110297dab38_0_7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110297dab38_0_7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59055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110297dab38_0_7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110297dab38_0_7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147443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110297dab38_0_7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110297dab38_0_7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1110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0" name="Google Shape;1810;g112ac09d80b_0_3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1" name="Google Shape;1811;g112ac09d80b_0_3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110297dab38_0_7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110297dab38_0_7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330552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110297dab38_0_7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110297dab38_0_7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701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00" y="1701713"/>
            <a:ext cx="3890700" cy="167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6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00" y="3546625"/>
            <a:ext cx="3890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14" name="Google Shape;14;p2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 rot="10800000" flipH="1">
            <a:off x="4159199" y="4539099"/>
            <a:ext cx="825589" cy="93999"/>
            <a:chOff x="5718423" y="809024"/>
            <a:chExt cx="830071" cy="94500"/>
          </a:xfrm>
        </p:grpSpPr>
        <p:sp>
          <p:nvSpPr>
            <p:cNvPr id="19" name="Google Shape;19;p2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23;p2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24" name="Google Shape;24;p2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720000" y="2150850"/>
            <a:ext cx="4053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185425"/>
            <a:ext cx="1477500" cy="4026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1" name="Google Shape;31;p3"/>
          <p:cNvSpPr txBox="1">
            <a:spLocks noGrp="1"/>
          </p:cNvSpPr>
          <p:nvPr>
            <p:ph type="subTitle" idx="1"/>
          </p:nvPr>
        </p:nvSpPr>
        <p:spPr>
          <a:xfrm>
            <a:off x="720000" y="3441967"/>
            <a:ext cx="4053900" cy="1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3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34" name="Google Shape;34;p3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" name="Google Shape;37;p3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38" name="Google Shape;38;p3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6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6"/>
          <p:cNvSpPr txBox="1">
            <a:spLocks noGrp="1"/>
          </p:cNvSpPr>
          <p:nvPr>
            <p:ph type="title"/>
          </p:nvPr>
        </p:nvSpPr>
        <p:spPr>
          <a:xfrm>
            <a:off x="5277495" y="3445970"/>
            <a:ext cx="2994600" cy="2541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46" name="Google Shape;246;p16"/>
          <p:cNvSpPr txBox="1">
            <a:spLocks noGrp="1"/>
          </p:cNvSpPr>
          <p:nvPr>
            <p:ph type="subTitle" idx="1"/>
          </p:nvPr>
        </p:nvSpPr>
        <p:spPr>
          <a:xfrm>
            <a:off x="1833445" y="1819588"/>
            <a:ext cx="5502000" cy="14784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247" name="Google Shape;247;p16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248" name="Google Shape;248;p16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6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6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2" name="Google Shape;252;p16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" name="Google Shape;253;p16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254" name="Google Shape;254;p16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6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6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9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9"/>
          <p:cNvSpPr txBox="1">
            <a:spLocks noGrp="1"/>
          </p:cNvSpPr>
          <p:nvPr>
            <p:ph type="title"/>
          </p:nvPr>
        </p:nvSpPr>
        <p:spPr>
          <a:xfrm>
            <a:off x="4368900" y="1893300"/>
            <a:ext cx="4053900" cy="12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3" name="Google Shape;293;p19"/>
          <p:cNvSpPr txBox="1">
            <a:spLocks noGrp="1"/>
          </p:cNvSpPr>
          <p:nvPr>
            <p:ph type="title" idx="2" hasCustomPrompt="1"/>
          </p:nvPr>
        </p:nvSpPr>
        <p:spPr>
          <a:xfrm>
            <a:off x="6945300" y="1101725"/>
            <a:ext cx="1477500" cy="4863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94" name="Google Shape;294;p19"/>
          <p:cNvSpPr txBox="1">
            <a:spLocks noGrp="1"/>
          </p:cNvSpPr>
          <p:nvPr>
            <p:ph type="subTitle" idx="1"/>
          </p:nvPr>
        </p:nvSpPr>
        <p:spPr>
          <a:xfrm>
            <a:off x="4368900" y="3441973"/>
            <a:ext cx="4053900" cy="3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19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6" name="Google Shape;296;p19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297" name="Google Shape;297;p19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1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19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0" name="Google Shape;300;p19"/>
          <p:cNvSpPr/>
          <p:nvPr/>
        </p:nvSpPr>
        <p:spPr>
          <a:xfrm flipH="1">
            <a:off x="7851885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1" name="Google Shape;301;p19"/>
          <p:cNvGrpSpPr/>
          <p:nvPr/>
        </p:nvGrpSpPr>
        <p:grpSpPr>
          <a:xfrm rot="10800000">
            <a:off x="8230513" y="4466049"/>
            <a:ext cx="429322" cy="93999"/>
            <a:chOff x="5795037" y="809024"/>
            <a:chExt cx="431653" cy="94500"/>
          </a:xfrm>
        </p:grpSpPr>
        <p:sp>
          <p:nvSpPr>
            <p:cNvPr id="302" name="Google Shape;302;p19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9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0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0"/>
          <p:cNvSpPr txBox="1">
            <a:spLocks noGrp="1"/>
          </p:cNvSpPr>
          <p:nvPr>
            <p:ph type="title"/>
          </p:nvPr>
        </p:nvSpPr>
        <p:spPr>
          <a:xfrm>
            <a:off x="4794400" y="1893300"/>
            <a:ext cx="3457500" cy="12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8" name="Google Shape;308;p20"/>
          <p:cNvSpPr txBox="1">
            <a:spLocks noGrp="1"/>
          </p:cNvSpPr>
          <p:nvPr>
            <p:ph type="title" idx="2" hasCustomPrompt="1"/>
          </p:nvPr>
        </p:nvSpPr>
        <p:spPr>
          <a:xfrm>
            <a:off x="6077500" y="1101725"/>
            <a:ext cx="891300" cy="4863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09" name="Google Shape;309;p20"/>
          <p:cNvSpPr txBox="1">
            <a:spLocks noGrp="1"/>
          </p:cNvSpPr>
          <p:nvPr>
            <p:ph type="subTitle" idx="1"/>
          </p:nvPr>
        </p:nvSpPr>
        <p:spPr>
          <a:xfrm>
            <a:off x="4719400" y="3441975"/>
            <a:ext cx="3607500" cy="3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0" name="Google Shape;310;p20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1" name="Google Shape;311;p20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312" name="Google Shape;312;p20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2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20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5" name="Google Shape;315;p20"/>
          <p:cNvSpPr/>
          <p:nvPr/>
        </p:nvSpPr>
        <p:spPr>
          <a:xfrm flipH="1">
            <a:off x="7851885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6" name="Google Shape;316;p20"/>
          <p:cNvGrpSpPr/>
          <p:nvPr/>
        </p:nvGrpSpPr>
        <p:grpSpPr>
          <a:xfrm rot="10800000">
            <a:off x="8230513" y="4466049"/>
            <a:ext cx="429322" cy="93999"/>
            <a:chOff x="5795037" y="809024"/>
            <a:chExt cx="431653" cy="94500"/>
          </a:xfrm>
        </p:grpSpPr>
        <p:sp>
          <p:nvSpPr>
            <p:cNvPr id="317" name="Google Shape;317;p20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20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0" name="Google Shape;320;p20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321" name="Google Shape;321;p20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2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20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0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_HEADER_1_1_1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1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21"/>
          <p:cNvSpPr txBox="1">
            <a:spLocks noGrp="1"/>
          </p:cNvSpPr>
          <p:nvPr>
            <p:ph type="title"/>
          </p:nvPr>
        </p:nvSpPr>
        <p:spPr>
          <a:xfrm>
            <a:off x="4965200" y="1893300"/>
            <a:ext cx="3457500" cy="12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28" name="Google Shape;328;p21"/>
          <p:cNvSpPr txBox="1">
            <a:spLocks noGrp="1"/>
          </p:cNvSpPr>
          <p:nvPr>
            <p:ph type="title" idx="2" hasCustomPrompt="1"/>
          </p:nvPr>
        </p:nvSpPr>
        <p:spPr>
          <a:xfrm>
            <a:off x="6248300" y="1101725"/>
            <a:ext cx="891300" cy="486300"/>
          </a:xfrm>
          <a:prstGeom prst="rect">
            <a:avLst/>
          </a:prstGeom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29" name="Google Shape;329;p21"/>
          <p:cNvSpPr txBox="1">
            <a:spLocks noGrp="1"/>
          </p:cNvSpPr>
          <p:nvPr>
            <p:ph type="subTitle" idx="1"/>
          </p:nvPr>
        </p:nvSpPr>
        <p:spPr>
          <a:xfrm>
            <a:off x="4890200" y="3441975"/>
            <a:ext cx="3607500" cy="34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21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1" name="Google Shape;331;p21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332" name="Google Shape;332;p21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1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1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5" name="Google Shape;335;p21"/>
          <p:cNvSpPr/>
          <p:nvPr/>
        </p:nvSpPr>
        <p:spPr>
          <a:xfrm flipH="1">
            <a:off x="7851885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6" name="Google Shape;336;p21"/>
          <p:cNvGrpSpPr/>
          <p:nvPr/>
        </p:nvGrpSpPr>
        <p:grpSpPr>
          <a:xfrm rot="10800000">
            <a:off x="8230513" y="4466049"/>
            <a:ext cx="429322" cy="93999"/>
            <a:chOff x="5795037" y="809024"/>
            <a:chExt cx="431653" cy="94500"/>
          </a:xfrm>
        </p:grpSpPr>
        <p:sp>
          <p:nvSpPr>
            <p:cNvPr id="337" name="Google Shape;337;p21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1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21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0" name="Google Shape;340;p21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341" name="Google Shape;341;p21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1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21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1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5_1_1"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40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44" name="Google Shape;644;p40"/>
          <p:cNvSpPr txBox="1">
            <a:spLocks noGrp="1"/>
          </p:cNvSpPr>
          <p:nvPr>
            <p:ph type="title" idx="2"/>
          </p:nvPr>
        </p:nvSpPr>
        <p:spPr>
          <a:xfrm>
            <a:off x="2826788" y="1647207"/>
            <a:ext cx="1438800" cy="190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45" name="Google Shape;645;p40"/>
          <p:cNvSpPr txBox="1">
            <a:spLocks noGrp="1"/>
          </p:cNvSpPr>
          <p:nvPr>
            <p:ph type="subTitle" idx="1"/>
          </p:nvPr>
        </p:nvSpPr>
        <p:spPr>
          <a:xfrm>
            <a:off x="2727488" y="1910005"/>
            <a:ext cx="1637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6" name="Google Shape;646;p40"/>
          <p:cNvSpPr txBox="1">
            <a:spLocks noGrp="1"/>
          </p:cNvSpPr>
          <p:nvPr>
            <p:ph type="title" idx="3"/>
          </p:nvPr>
        </p:nvSpPr>
        <p:spPr>
          <a:xfrm>
            <a:off x="6727200" y="1647207"/>
            <a:ext cx="1438800" cy="190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47" name="Google Shape;647;p40"/>
          <p:cNvSpPr txBox="1">
            <a:spLocks noGrp="1"/>
          </p:cNvSpPr>
          <p:nvPr>
            <p:ph type="subTitle" idx="4"/>
          </p:nvPr>
        </p:nvSpPr>
        <p:spPr>
          <a:xfrm>
            <a:off x="6627900" y="1910005"/>
            <a:ext cx="1637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8" name="Google Shape;648;p40"/>
          <p:cNvSpPr txBox="1">
            <a:spLocks noGrp="1"/>
          </p:cNvSpPr>
          <p:nvPr>
            <p:ph type="title" idx="5"/>
          </p:nvPr>
        </p:nvSpPr>
        <p:spPr>
          <a:xfrm>
            <a:off x="2826788" y="3110323"/>
            <a:ext cx="1438800" cy="190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49" name="Google Shape;649;p40"/>
          <p:cNvSpPr txBox="1">
            <a:spLocks noGrp="1"/>
          </p:cNvSpPr>
          <p:nvPr>
            <p:ph type="subTitle" idx="6"/>
          </p:nvPr>
        </p:nvSpPr>
        <p:spPr>
          <a:xfrm>
            <a:off x="2727488" y="3380774"/>
            <a:ext cx="1637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0" name="Google Shape;650;p40"/>
          <p:cNvSpPr txBox="1">
            <a:spLocks noGrp="1"/>
          </p:cNvSpPr>
          <p:nvPr>
            <p:ph type="title" idx="7"/>
          </p:nvPr>
        </p:nvSpPr>
        <p:spPr>
          <a:xfrm>
            <a:off x="6727200" y="3110323"/>
            <a:ext cx="1438800" cy="1902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18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651" name="Google Shape;651;p40"/>
          <p:cNvSpPr txBox="1">
            <a:spLocks noGrp="1"/>
          </p:cNvSpPr>
          <p:nvPr>
            <p:ph type="subTitle" idx="8"/>
          </p:nvPr>
        </p:nvSpPr>
        <p:spPr>
          <a:xfrm>
            <a:off x="6627900" y="3380773"/>
            <a:ext cx="1637400" cy="66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2" name="Google Shape;652;p40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3" name="Google Shape;653;p40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654" name="Google Shape;654;p40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4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40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7" name="Google Shape;657;p40"/>
          <p:cNvGrpSpPr/>
          <p:nvPr/>
        </p:nvGrpSpPr>
        <p:grpSpPr>
          <a:xfrm flipH="1">
            <a:off x="4158122" y="4535409"/>
            <a:ext cx="825589" cy="93999"/>
            <a:chOff x="5718423" y="809024"/>
            <a:chExt cx="830071" cy="94500"/>
          </a:xfrm>
        </p:grpSpPr>
        <p:sp>
          <p:nvSpPr>
            <p:cNvPr id="658" name="Google Shape;658;p40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4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40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40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57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57"/>
          <p:cNvSpPr/>
          <p:nvPr/>
        </p:nvSpPr>
        <p:spPr>
          <a:xfrm>
            <a:off x="433200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6" name="Google Shape;906;p57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907" name="Google Shape;907;p57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5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57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0" name="Google Shape;910;p57"/>
          <p:cNvGrpSpPr/>
          <p:nvPr/>
        </p:nvGrpSpPr>
        <p:grpSpPr>
          <a:xfrm rot="-5400000" flipH="1">
            <a:off x="8191799" y="4126299"/>
            <a:ext cx="825589" cy="93999"/>
            <a:chOff x="5718423" y="809024"/>
            <a:chExt cx="830071" cy="94500"/>
          </a:xfrm>
        </p:grpSpPr>
        <p:sp>
          <p:nvSpPr>
            <p:cNvPr id="911" name="Google Shape;911;p57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57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57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57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58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7" name="Google Shape;917;p58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8" name="Google Shape;918;p58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919" name="Google Shape;919;p58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5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58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2" name="Google Shape;922;p58"/>
          <p:cNvGrpSpPr/>
          <p:nvPr/>
        </p:nvGrpSpPr>
        <p:grpSpPr>
          <a:xfrm rot="-5400000" flipH="1">
            <a:off x="8191799" y="4126299"/>
            <a:ext cx="825589" cy="93999"/>
            <a:chOff x="5718423" y="809024"/>
            <a:chExt cx="830071" cy="94500"/>
          </a:xfrm>
        </p:grpSpPr>
        <p:sp>
          <p:nvSpPr>
            <p:cNvPr id="923" name="Google Shape;923;p58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58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58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58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1_1"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59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59"/>
          <p:cNvSpPr/>
          <p:nvPr/>
        </p:nvSpPr>
        <p:spPr>
          <a:xfrm flipH="1">
            <a:off x="7839315" y="393425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0" name="Google Shape;930;p59"/>
          <p:cNvGrpSpPr/>
          <p:nvPr/>
        </p:nvGrpSpPr>
        <p:grpSpPr>
          <a:xfrm rot="10800000">
            <a:off x="8217944" y="419474"/>
            <a:ext cx="429322" cy="93999"/>
            <a:chOff x="5795037" y="809024"/>
            <a:chExt cx="431653" cy="94500"/>
          </a:xfrm>
        </p:grpSpPr>
        <p:sp>
          <p:nvSpPr>
            <p:cNvPr id="931" name="Google Shape;931;p59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5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59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4" name="Google Shape;934;p59"/>
          <p:cNvSpPr/>
          <p:nvPr/>
        </p:nvSpPr>
        <p:spPr>
          <a:xfrm>
            <a:off x="429430" y="4440000"/>
            <a:ext cx="8733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5" name="Google Shape;935;p59"/>
          <p:cNvGrpSpPr/>
          <p:nvPr/>
        </p:nvGrpSpPr>
        <p:grpSpPr>
          <a:xfrm rot="10800000" flipH="1">
            <a:off x="494779" y="4466049"/>
            <a:ext cx="429322" cy="93999"/>
            <a:chOff x="5795037" y="809024"/>
            <a:chExt cx="431653" cy="94500"/>
          </a:xfrm>
        </p:grpSpPr>
        <p:sp>
          <p:nvSpPr>
            <p:cNvPr id="936" name="Google Shape;936;p59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59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59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9_1_1_1"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60"/>
          <p:cNvSpPr/>
          <p:nvPr/>
        </p:nvSpPr>
        <p:spPr>
          <a:xfrm>
            <a:off x="284400" y="284400"/>
            <a:ext cx="8575200" cy="4574700"/>
          </a:xfrm>
          <a:prstGeom prst="roundRect">
            <a:avLst>
              <a:gd name="adj" fmla="val 5555"/>
            </a:avLst>
          </a:prstGeom>
          <a:gradFill>
            <a:gsLst>
              <a:gs pos="0">
                <a:srgbClr val="5352EE"/>
              </a:gs>
              <a:gs pos="100000">
                <a:srgbClr val="7882F3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1" name="Google Shape;941;p60"/>
          <p:cNvGrpSpPr/>
          <p:nvPr/>
        </p:nvGrpSpPr>
        <p:grpSpPr>
          <a:xfrm rot="-5400000" flipH="1">
            <a:off x="8191799" y="905324"/>
            <a:ext cx="825589" cy="93999"/>
            <a:chOff x="5718423" y="809024"/>
            <a:chExt cx="830071" cy="94500"/>
          </a:xfrm>
        </p:grpSpPr>
        <p:sp>
          <p:nvSpPr>
            <p:cNvPr id="942" name="Google Shape;942;p60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6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60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60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46" name="Google Shape;946;p60"/>
          <p:cNvSpPr/>
          <p:nvPr/>
        </p:nvSpPr>
        <p:spPr>
          <a:xfrm>
            <a:off x="433200" y="393425"/>
            <a:ext cx="2763900" cy="14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7" name="Google Shape;947;p60"/>
          <p:cNvGrpSpPr/>
          <p:nvPr/>
        </p:nvGrpSpPr>
        <p:grpSpPr>
          <a:xfrm rot="10800000" flipH="1">
            <a:off x="498549" y="419474"/>
            <a:ext cx="429322" cy="93999"/>
            <a:chOff x="5795037" y="809024"/>
            <a:chExt cx="431653" cy="94500"/>
          </a:xfrm>
        </p:grpSpPr>
        <p:sp>
          <p:nvSpPr>
            <p:cNvPr id="948" name="Google Shape;948;p60"/>
            <p:cNvSpPr/>
            <p:nvPr/>
          </p:nvSpPr>
          <p:spPr>
            <a:xfrm>
              <a:off x="5795037" y="809024"/>
              <a:ext cx="94500" cy="94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60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60"/>
            <p:cNvSpPr/>
            <p:nvPr/>
          </p:nvSpPr>
          <p:spPr>
            <a:xfrm>
              <a:off x="6132190" y="809024"/>
              <a:ext cx="94500" cy="94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Montserrat"/>
              <a:buNone/>
              <a:defRPr sz="35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●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○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■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●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○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■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●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Char char="○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Darker Grotesque"/>
              <a:buChar char="■"/>
              <a:defRPr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8" r:id="rId3"/>
    <p:sldLayoutId id="2147483662" r:id="rId4"/>
    <p:sldLayoutId id="2147483665" r:id="rId5"/>
    <p:sldLayoutId id="2147483666" r:id="rId6"/>
    <p:sldLayoutId id="2147483667" r:id="rId7"/>
    <p:sldLayoutId id="2147483686" r:id="rId8"/>
    <p:sldLayoutId id="2147483703" r:id="rId9"/>
    <p:sldLayoutId id="2147483704" r:id="rId10"/>
    <p:sldLayoutId id="2147483705" r:id="rId11"/>
    <p:sldLayoutId id="2147483706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37">
          <p15:clr>
            <a:srgbClr val="EA4335"/>
          </p15:clr>
        </p15:guide>
        <p15:guide id="2" pos="447">
          <p15:clr>
            <a:srgbClr val="EA4335"/>
          </p15:clr>
        </p15:guide>
        <p15:guide id="3" orient="horz" pos="2903">
          <p15:clr>
            <a:srgbClr val="EA4335"/>
          </p15:clr>
        </p15:guide>
        <p15:guide id="4" pos="5313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64"/>
          <p:cNvSpPr/>
          <p:nvPr/>
        </p:nvSpPr>
        <p:spPr>
          <a:xfrm>
            <a:off x="637700" y="1499350"/>
            <a:ext cx="3813000" cy="639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64"/>
          <p:cNvSpPr txBox="1">
            <a:spLocks noGrp="1"/>
          </p:cNvSpPr>
          <p:nvPr>
            <p:ph type="ctrTitle"/>
          </p:nvPr>
        </p:nvSpPr>
        <p:spPr>
          <a:xfrm>
            <a:off x="713199" y="1701713"/>
            <a:ext cx="4028839" cy="167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>
                <a:solidFill>
                  <a:schemeClr val="dk1"/>
                </a:solidFill>
              </a:rPr>
              <a:t>HOVERS,</a:t>
            </a:r>
            <a:br>
              <a:rPr lang="en" sz="4000" b="1" dirty="0">
                <a:solidFill>
                  <a:schemeClr val="lt1"/>
                </a:solidFill>
              </a:rPr>
            </a:br>
            <a:r>
              <a:rPr lang="en" sz="4000" dirty="0">
                <a:solidFill>
                  <a:schemeClr val="accent6"/>
                </a:solidFill>
              </a:rPr>
              <a:t>TRANSITIONS,</a:t>
            </a:r>
            <a:br>
              <a:rPr lang="en" sz="4000" dirty="0">
                <a:solidFill>
                  <a:schemeClr val="accent6"/>
                </a:solidFill>
              </a:rPr>
            </a:br>
            <a:r>
              <a:rPr lang="en" sz="4000" dirty="0">
                <a:solidFill>
                  <a:schemeClr val="accent6"/>
                </a:solidFill>
              </a:rPr>
              <a:t>SHADOWS </a:t>
            </a:r>
            <a:endParaRPr sz="4000" b="1" dirty="0">
              <a:solidFill>
                <a:schemeClr val="accent6"/>
              </a:solidFill>
            </a:endParaRPr>
          </a:p>
        </p:txBody>
      </p:sp>
      <p:sp>
        <p:nvSpPr>
          <p:cNvPr id="963" name="Google Shape;963;p64"/>
          <p:cNvSpPr txBox="1">
            <a:spLocks noGrp="1"/>
          </p:cNvSpPr>
          <p:nvPr>
            <p:ph type="subTitle" idx="1"/>
          </p:nvPr>
        </p:nvSpPr>
        <p:spPr>
          <a:xfrm>
            <a:off x="713200" y="3546625"/>
            <a:ext cx="3890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LEKSIONI 03</a:t>
            </a:r>
            <a:endParaRPr dirty="0"/>
          </a:p>
        </p:txBody>
      </p:sp>
      <p:grpSp>
        <p:nvGrpSpPr>
          <p:cNvPr id="964" name="Google Shape;964;p64"/>
          <p:cNvGrpSpPr/>
          <p:nvPr/>
        </p:nvGrpSpPr>
        <p:grpSpPr>
          <a:xfrm flipH="1">
            <a:off x="725449" y="1167312"/>
            <a:ext cx="825589" cy="93999"/>
            <a:chOff x="5718423" y="809024"/>
            <a:chExt cx="830071" cy="94500"/>
          </a:xfrm>
        </p:grpSpPr>
        <p:sp>
          <p:nvSpPr>
            <p:cNvPr id="965" name="Google Shape;965;p64"/>
            <p:cNvSpPr/>
            <p:nvPr/>
          </p:nvSpPr>
          <p:spPr>
            <a:xfrm>
              <a:off x="5718423" y="809024"/>
              <a:ext cx="94500" cy="945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64"/>
            <p:cNvSpPr/>
            <p:nvPr/>
          </p:nvSpPr>
          <p:spPr>
            <a:xfrm>
              <a:off x="5963614" y="809024"/>
              <a:ext cx="94500" cy="94500"/>
            </a:xfrm>
            <a:prstGeom prst="ellipse">
              <a:avLst/>
            </a:prstGeom>
            <a:solidFill>
              <a:schemeClr val="lt1">
                <a:alpha val="8973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64"/>
            <p:cNvSpPr/>
            <p:nvPr/>
          </p:nvSpPr>
          <p:spPr>
            <a:xfrm>
              <a:off x="6208804" y="809024"/>
              <a:ext cx="94500" cy="94500"/>
            </a:xfrm>
            <a:prstGeom prst="ellipse">
              <a:avLst/>
            </a:prstGeom>
            <a:solidFill>
              <a:schemeClr val="lt1">
                <a:alpha val="665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64"/>
            <p:cNvSpPr/>
            <p:nvPr/>
          </p:nvSpPr>
          <p:spPr>
            <a:xfrm>
              <a:off x="6453994" y="809024"/>
              <a:ext cx="94500" cy="94500"/>
            </a:xfrm>
            <a:prstGeom prst="ellipse">
              <a:avLst/>
            </a:prstGeom>
            <a:solidFill>
              <a:schemeClr val="lt1">
                <a:alpha val="54020"/>
              </a:schemeClr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9" name="Google Shape;969;p64"/>
          <p:cNvGrpSpPr/>
          <p:nvPr/>
        </p:nvGrpSpPr>
        <p:grpSpPr>
          <a:xfrm>
            <a:off x="5029270" y="1457228"/>
            <a:ext cx="3384497" cy="2229043"/>
            <a:chOff x="5029270" y="1457228"/>
            <a:chExt cx="3384497" cy="2229043"/>
          </a:xfrm>
        </p:grpSpPr>
        <p:sp>
          <p:nvSpPr>
            <p:cNvPr id="970" name="Google Shape;970;p64"/>
            <p:cNvSpPr/>
            <p:nvPr/>
          </p:nvSpPr>
          <p:spPr>
            <a:xfrm>
              <a:off x="6320045" y="1469966"/>
              <a:ext cx="595034" cy="126373"/>
            </a:xfrm>
            <a:custGeom>
              <a:avLst/>
              <a:gdLst/>
              <a:ahLst/>
              <a:cxnLst/>
              <a:rect l="l" t="t" r="r" b="b"/>
              <a:pathLst>
                <a:path w="48955" h="10397" extrusionOk="0">
                  <a:moveTo>
                    <a:pt x="3111" y="0"/>
                  </a:moveTo>
                  <a:cubicBezTo>
                    <a:pt x="1387" y="0"/>
                    <a:pt x="1" y="1386"/>
                    <a:pt x="1" y="3110"/>
                  </a:cubicBezTo>
                  <a:lnTo>
                    <a:pt x="1" y="7302"/>
                  </a:lnTo>
                  <a:cubicBezTo>
                    <a:pt x="1" y="9010"/>
                    <a:pt x="1387" y="10397"/>
                    <a:pt x="3111" y="10397"/>
                  </a:cubicBezTo>
                  <a:lnTo>
                    <a:pt x="45844" y="10397"/>
                  </a:lnTo>
                  <a:cubicBezTo>
                    <a:pt x="47568" y="10397"/>
                    <a:pt x="48954" y="9010"/>
                    <a:pt x="48954" y="7302"/>
                  </a:cubicBezTo>
                  <a:lnTo>
                    <a:pt x="48954" y="3110"/>
                  </a:lnTo>
                  <a:cubicBezTo>
                    <a:pt x="48954" y="1386"/>
                    <a:pt x="47568" y="0"/>
                    <a:pt x="4584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64"/>
            <p:cNvSpPr/>
            <p:nvPr/>
          </p:nvSpPr>
          <p:spPr>
            <a:xfrm>
              <a:off x="5452793" y="1926498"/>
              <a:ext cx="2708802" cy="1327284"/>
            </a:xfrm>
            <a:custGeom>
              <a:avLst/>
              <a:gdLst/>
              <a:ahLst/>
              <a:cxnLst/>
              <a:rect l="l" t="t" r="r" b="b"/>
              <a:pathLst>
                <a:path w="222860" h="109199" extrusionOk="0">
                  <a:moveTo>
                    <a:pt x="10853" y="0"/>
                  </a:moveTo>
                  <a:cubicBezTo>
                    <a:pt x="4869" y="0"/>
                    <a:pt x="1" y="4852"/>
                    <a:pt x="1" y="10836"/>
                  </a:cubicBezTo>
                  <a:lnTo>
                    <a:pt x="1" y="98364"/>
                  </a:lnTo>
                  <a:cubicBezTo>
                    <a:pt x="1" y="104348"/>
                    <a:pt x="4869" y="109199"/>
                    <a:pt x="10853" y="109199"/>
                  </a:cubicBezTo>
                  <a:lnTo>
                    <a:pt x="212025" y="109199"/>
                  </a:lnTo>
                  <a:cubicBezTo>
                    <a:pt x="218009" y="109199"/>
                    <a:pt x="222859" y="104348"/>
                    <a:pt x="222859" y="98364"/>
                  </a:cubicBezTo>
                  <a:lnTo>
                    <a:pt x="222859" y="10836"/>
                  </a:lnTo>
                  <a:cubicBezTo>
                    <a:pt x="222859" y="4852"/>
                    <a:pt x="218009" y="0"/>
                    <a:pt x="2120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64"/>
            <p:cNvSpPr/>
            <p:nvPr/>
          </p:nvSpPr>
          <p:spPr>
            <a:xfrm>
              <a:off x="5476434" y="1941497"/>
              <a:ext cx="2661544" cy="1297298"/>
            </a:xfrm>
            <a:custGeom>
              <a:avLst/>
              <a:gdLst/>
              <a:ahLst/>
              <a:cxnLst/>
              <a:rect l="l" t="t" r="r" b="b"/>
              <a:pathLst>
                <a:path w="218972" h="106732" extrusionOk="0">
                  <a:moveTo>
                    <a:pt x="10853" y="1"/>
                  </a:moveTo>
                  <a:cubicBezTo>
                    <a:pt x="4851" y="1"/>
                    <a:pt x="0" y="4852"/>
                    <a:pt x="0" y="10853"/>
                  </a:cubicBezTo>
                  <a:lnTo>
                    <a:pt x="0" y="48109"/>
                  </a:lnTo>
                  <a:cubicBezTo>
                    <a:pt x="0" y="49664"/>
                    <a:pt x="981" y="51033"/>
                    <a:pt x="2451" y="51540"/>
                  </a:cubicBezTo>
                  <a:cubicBezTo>
                    <a:pt x="3228" y="51810"/>
                    <a:pt x="3753" y="52554"/>
                    <a:pt x="3753" y="53365"/>
                  </a:cubicBezTo>
                  <a:cubicBezTo>
                    <a:pt x="3753" y="54194"/>
                    <a:pt x="3228" y="54921"/>
                    <a:pt x="2451" y="55191"/>
                  </a:cubicBezTo>
                  <a:cubicBezTo>
                    <a:pt x="981" y="55698"/>
                    <a:pt x="0" y="57084"/>
                    <a:pt x="0" y="58623"/>
                  </a:cubicBezTo>
                  <a:lnTo>
                    <a:pt x="0" y="95895"/>
                  </a:lnTo>
                  <a:cubicBezTo>
                    <a:pt x="0" y="101879"/>
                    <a:pt x="4851" y="106731"/>
                    <a:pt x="10853" y="106731"/>
                  </a:cubicBezTo>
                  <a:lnTo>
                    <a:pt x="208135" y="106731"/>
                  </a:lnTo>
                  <a:cubicBezTo>
                    <a:pt x="214119" y="106731"/>
                    <a:pt x="218971" y="101879"/>
                    <a:pt x="218971" y="95895"/>
                  </a:cubicBezTo>
                  <a:lnTo>
                    <a:pt x="218971" y="10853"/>
                  </a:lnTo>
                  <a:cubicBezTo>
                    <a:pt x="218971" y="4852"/>
                    <a:pt x="214119" y="1"/>
                    <a:pt x="2081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64"/>
            <p:cNvSpPr/>
            <p:nvPr/>
          </p:nvSpPr>
          <p:spPr>
            <a:xfrm>
              <a:off x="5476434" y="1941497"/>
              <a:ext cx="1724646" cy="1297298"/>
            </a:xfrm>
            <a:custGeom>
              <a:avLst/>
              <a:gdLst/>
              <a:ahLst/>
              <a:cxnLst/>
              <a:rect l="l" t="t" r="r" b="b"/>
              <a:pathLst>
                <a:path w="141891" h="106732" extrusionOk="0">
                  <a:moveTo>
                    <a:pt x="10853" y="1"/>
                  </a:moveTo>
                  <a:cubicBezTo>
                    <a:pt x="4851" y="1"/>
                    <a:pt x="0" y="4852"/>
                    <a:pt x="0" y="10853"/>
                  </a:cubicBezTo>
                  <a:lnTo>
                    <a:pt x="0" y="48109"/>
                  </a:lnTo>
                  <a:cubicBezTo>
                    <a:pt x="0" y="49664"/>
                    <a:pt x="981" y="51033"/>
                    <a:pt x="2451" y="51540"/>
                  </a:cubicBezTo>
                  <a:cubicBezTo>
                    <a:pt x="3228" y="51810"/>
                    <a:pt x="3753" y="52554"/>
                    <a:pt x="3753" y="53365"/>
                  </a:cubicBezTo>
                  <a:cubicBezTo>
                    <a:pt x="3753" y="54194"/>
                    <a:pt x="3228" y="54921"/>
                    <a:pt x="2451" y="55191"/>
                  </a:cubicBezTo>
                  <a:cubicBezTo>
                    <a:pt x="981" y="55698"/>
                    <a:pt x="0" y="57084"/>
                    <a:pt x="0" y="58623"/>
                  </a:cubicBezTo>
                  <a:lnTo>
                    <a:pt x="0" y="95895"/>
                  </a:lnTo>
                  <a:cubicBezTo>
                    <a:pt x="0" y="101879"/>
                    <a:pt x="4851" y="106731"/>
                    <a:pt x="10853" y="106731"/>
                  </a:cubicBezTo>
                  <a:lnTo>
                    <a:pt x="141890" y="106731"/>
                  </a:lnTo>
                  <a:lnTo>
                    <a:pt x="141890" y="1"/>
                  </a:lnTo>
                  <a:close/>
                </a:path>
              </a:pathLst>
            </a:cu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099331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64"/>
            <p:cNvSpPr/>
            <p:nvPr/>
          </p:nvSpPr>
          <p:spPr>
            <a:xfrm>
              <a:off x="7275637" y="2153536"/>
              <a:ext cx="392026" cy="289708"/>
            </a:xfrm>
            <a:custGeom>
              <a:avLst/>
              <a:gdLst/>
              <a:ahLst/>
              <a:cxnLst/>
              <a:rect l="l" t="t" r="r" b="b"/>
              <a:pathLst>
                <a:path w="32253" h="23835" extrusionOk="0">
                  <a:moveTo>
                    <a:pt x="3095" y="1"/>
                  </a:moveTo>
                  <a:cubicBezTo>
                    <a:pt x="1387" y="1"/>
                    <a:pt x="1" y="1387"/>
                    <a:pt x="1" y="3093"/>
                  </a:cubicBezTo>
                  <a:lnTo>
                    <a:pt x="1" y="20741"/>
                  </a:lnTo>
                  <a:cubicBezTo>
                    <a:pt x="1" y="22449"/>
                    <a:pt x="1387" y="23835"/>
                    <a:pt x="3095" y="23835"/>
                  </a:cubicBezTo>
                  <a:lnTo>
                    <a:pt x="29160" y="23835"/>
                  </a:lnTo>
                  <a:cubicBezTo>
                    <a:pt x="30867" y="23835"/>
                    <a:pt x="32253" y="22449"/>
                    <a:pt x="32253" y="20741"/>
                  </a:cubicBezTo>
                  <a:lnTo>
                    <a:pt x="32253" y="3093"/>
                  </a:lnTo>
                  <a:cubicBezTo>
                    <a:pt x="32253" y="1387"/>
                    <a:pt x="30867" y="1"/>
                    <a:pt x="2916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64"/>
            <p:cNvSpPr/>
            <p:nvPr/>
          </p:nvSpPr>
          <p:spPr>
            <a:xfrm>
              <a:off x="7748407" y="2184761"/>
              <a:ext cx="292783" cy="37607"/>
            </a:xfrm>
            <a:custGeom>
              <a:avLst/>
              <a:gdLst/>
              <a:ahLst/>
              <a:cxnLst/>
              <a:rect l="l" t="t" r="r" b="b"/>
              <a:pathLst>
                <a:path w="24088" h="3094" extrusionOk="0">
                  <a:moveTo>
                    <a:pt x="1556" y="1"/>
                  </a:moveTo>
                  <a:cubicBezTo>
                    <a:pt x="693" y="1"/>
                    <a:pt x="1" y="693"/>
                    <a:pt x="1" y="1539"/>
                  </a:cubicBezTo>
                  <a:cubicBezTo>
                    <a:pt x="1" y="2401"/>
                    <a:pt x="693" y="3094"/>
                    <a:pt x="1556" y="3094"/>
                  </a:cubicBezTo>
                  <a:lnTo>
                    <a:pt x="22533" y="3094"/>
                  </a:lnTo>
                  <a:cubicBezTo>
                    <a:pt x="23395" y="3094"/>
                    <a:pt x="24088" y="2401"/>
                    <a:pt x="24088" y="1539"/>
                  </a:cubicBezTo>
                  <a:cubicBezTo>
                    <a:pt x="24088" y="693"/>
                    <a:pt x="23395" y="1"/>
                    <a:pt x="225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64"/>
            <p:cNvSpPr/>
            <p:nvPr/>
          </p:nvSpPr>
          <p:spPr>
            <a:xfrm>
              <a:off x="7748407" y="2279690"/>
              <a:ext cx="292783" cy="37607"/>
            </a:xfrm>
            <a:custGeom>
              <a:avLst/>
              <a:gdLst/>
              <a:ahLst/>
              <a:cxnLst/>
              <a:rect l="l" t="t" r="r" b="b"/>
              <a:pathLst>
                <a:path w="24088" h="3094" extrusionOk="0">
                  <a:moveTo>
                    <a:pt x="1556" y="0"/>
                  </a:moveTo>
                  <a:cubicBezTo>
                    <a:pt x="693" y="0"/>
                    <a:pt x="1" y="693"/>
                    <a:pt x="1" y="1538"/>
                  </a:cubicBezTo>
                  <a:cubicBezTo>
                    <a:pt x="1" y="2401"/>
                    <a:pt x="693" y="3093"/>
                    <a:pt x="1556" y="3093"/>
                  </a:cubicBezTo>
                  <a:lnTo>
                    <a:pt x="22533" y="3093"/>
                  </a:lnTo>
                  <a:cubicBezTo>
                    <a:pt x="23395" y="3093"/>
                    <a:pt x="24088" y="2401"/>
                    <a:pt x="24088" y="1538"/>
                  </a:cubicBezTo>
                  <a:cubicBezTo>
                    <a:pt x="24088" y="693"/>
                    <a:pt x="23395" y="0"/>
                    <a:pt x="225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64"/>
            <p:cNvSpPr/>
            <p:nvPr/>
          </p:nvSpPr>
          <p:spPr>
            <a:xfrm>
              <a:off x="7748407" y="2374618"/>
              <a:ext cx="169097" cy="37595"/>
            </a:xfrm>
            <a:custGeom>
              <a:avLst/>
              <a:gdLst/>
              <a:ahLst/>
              <a:cxnLst/>
              <a:rect l="l" t="t" r="r" b="b"/>
              <a:pathLst>
                <a:path w="13912" h="3093" extrusionOk="0">
                  <a:moveTo>
                    <a:pt x="1556" y="0"/>
                  </a:moveTo>
                  <a:cubicBezTo>
                    <a:pt x="693" y="0"/>
                    <a:pt x="1" y="692"/>
                    <a:pt x="1" y="1538"/>
                  </a:cubicBezTo>
                  <a:cubicBezTo>
                    <a:pt x="1" y="2400"/>
                    <a:pt x="693" y="3093"/>
                    <a:pt x="1556" y="3093"/>
                  </a:cubicBezTo>
                  <a:lnTo>
                    <a:pt x="12357" y="3093"/>
                  </a:lnTo>
                  <a:cubicBezTo>
                    <a:pt x="13219" y="3093"/>
                    <a:pt x="13912" y="2400"/>
                    <a:pt x="13912" y="1538"/>
                  </a:cubicBezTo>
                  <a:cubicBezTo>
                    <a:pt x="13912" y="692"/>
                    <a:pt x="13219" y="0"/>
                    <a:pt x="123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64"/>
            <p:cNvSpPr/>
            <p:nvPr/>
          </p:nvSpPr>
          <p:spPr>
            <a:xfrm>
              <a:off x="7275637" y="2514738"/>
              <a:ext cx="392026" cy="289708"/>
            </a:xfrm>
            <a:custGeom>
              <a:avLst/>
              <a:gdLst/>
              <a:ahLst/>
              <a:cxnLst/>
              <a:rect l="l" t="t" r="r" b="b"/>
              <a:pathLst>
                <a:path w="32253" h="23835" extrusionOk="0">
                  <a:moveTo>
                    <a:pt x="3095" y="0"/>
                  </a:moveTo>
                  <a:cubicBezTo>
                    <a:pt x="1387" y="0"/>
                    <a:pt x="1" y="1387"/>
                    <a:pt x="1" y="3093"/>
                  </a:cubicBezTo>
                  <a:lnTo>
                    <a:pt x="1" y="20741"/>
                  </a:lnTo>
                  <a:cubicBezTo>
                    <a:pt x="1" y="22449"/>
                    <a:pt x="1387" y="23835"/>
                    <a:pt x="3095" y="23835"/>
                  </a:cubicBezTo>
                  <a:lnTo>
                    <a:pt x="29160" y="23835"/>
                  </a:lnTo>
                  <a:cubicBezTo>
                    <a:pt x="30867" y="23835"/>
                    <a:pt x="32253" y="22449"/>
                    <a:pt x="32253" y="20741"/>
                  </a:cubicBezTo>
                  <a:lnTo>
                    <a:pt x="32253" y="3093"/>
                  </a:lnTo>
                  <a:cubicBezTo>
                    <a:pt x="32253" y="1387"/>
                    <a:pt x="30867" y="0"/>
                    <a:pt x="2916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64"/>
            <p:cNvSpPr/>
            <p:nvPr/>
          </p:nvSpPr>
          <p:spPr>
            <a:xfrm>
              <a:off x="7748407" y="2545757"/>
              <a:ext cx="292783" cy="37813"/>
            </a:xfrm>
            <a:custGeom>
              <a:avLst/>
              <a:gdLst/>
              <a:ahLst/>
              <a:cxnLst/>
              <a:rect l="l" t="t" r="r" b="b"/>
              <a:pathLst>
                <a:path w="24088" h="3111" extrusionOk="0">
                  <a:moveTo>
                    <a:pt x="1556" y="0"/>
                  </a:moveTo>
                  <a:cubicBezTo>
                    <a:pt x="693" y="0"/>
                    <a:pt x="1" y="694"/>
                    <a:pt x="1" y="1555"/>
                  </a:cubicBezTo>
                  <a:cubicBezTo>
                    <a:pt x="1" y="2418"/>
                    <a:pt x="693" y="3110"/>
                    <a:pt x="1556" y="3110"/>
                  </a:cubicBezTo>
                  <a:lnTo>
                    <a:pt x="22533" y="3110"/>
                  </a:lnTo>
                  <a:cubicBezTo>
                    <a:pt x="23395" y="3110"/>
                    <a:pt x="24088" y="2418"/>
                    <a:pt x="24088" y="1555"/>
                  </a:cubicBezTo>
                  <a:cubicBezTo>
                    <a:pt x="24088" y="694"/>
                    <a:pt x="23395" y="0"/>
                    <a:pt x="225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64"/>
            <p:cNvSpPr/>
            <p:nvPr/>
          </p:nvSpPr>
          <p:spPr>
            <a:xfrm>
              <a:off x="7748407" y="2640673"/>
              <a:ext cx="292783" cy="37825"/>
            </a:xfrm>
            <a:custGeom>
              <a:avLst/>
              <a:gdLst/>
              <a:ahLst/>
              <a:cxnLst/>
              <a:rect l="l" t="t" r="r" b="b"/>
              <a:pathLst>
                <a:path w="24088" h="3112" extrusionOk="0">
                  <a:moveTo>
                    <a:pt x="1556" y="1"/>
                  </a:moveTo>
                  <a:cubicBezTo>
                    <a:pt x="693" y="1"/>
                    <a:pt x="1" y="694"/>
                    <a:pt x="1" y="1556"/>
                  </a:cubicBezTo>
                  <a:cubicBezTo>
                    <a:pt x="1" y="2419"/>
                    <a:pt x="693" y="3111"/>
                    <a:pt x="1556" y="3111"/>
                  </a:cubicBezTo>
                  <a:lnTo>
                    <a:pt x="22533" y="3111"/>
                  </a:lnTo>
                  <a:cubicBezTo>
                    <a:pt x="23395" y="3111"/>
                    <a:pt x="24088" y="2419"/>
                    <a:pt x="24088" y="1556"/>
                  </a:cubicBezTo>
                  <a:cubicBezTo>
                    <a:pt x="24088" y="694"/>
                    <a:pt x="23395" y="1"/>
                    <a:pt x="225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64"/>
            <p:cNvSpPr/>
            <p:nvPr/>
          </p:nvSpPr>
          <p:spPr>
            <a:xfrm>
              <a:off x="7748407" y="2735601"/>
              <a:ext cx="169097" cy="37813"/>
            </a:xfrm>
            <a:custGeom>
              <a:avLst/>
              <a:gdLst/>
              <a:ahLst/>
              <a:cxnLst/>
              <a:rect l="l" t="t" r="r" b="b"/>
              <a:pathLst>
                <a:path w="13912" h="3111" extrusionOk="0">
                  <a:moveTo>
                    <a:pt x="1556" y="0"/>
                  </a:moveTo>
                  <a:cubicBezTo>
                    <a:pt x="693" y="0"/>
                    <a:pt x="1" y="694"/>
                    <a:pt x="1" y="1555"/>
                  </a:cubicBezTo>
                  <a:cubicBezTo>
                    <a:pt x="1" y="2418"/>
                    <a:pt x="693" y="3111"/>
                    <a:pt x="1556" y="3111"/>
                  </a:cubicBezTo>
                  <a:lnTo>
                    <a:pt x="12357" y="3111"/>
                  </a:lnTo>
                  <a:cubicBezTo>
                    <a:pt x="13219" y="3111"/>
                    <a:pt x="13912" y="2418"/>
                    <a:pt x="13912" y="1555"/>
                  </a:cubicBezTo>
                  <a:cubicBezTo>
                    <a:pt x="13912" y="694"/>
                    <a:pt x="13219" y="0"/>
                    <a:pt x="123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64"/>
            <p:cNvSpPr/>
            <p:nvPr/>
          </p:nvSpPr>
          <p:spPr>
            <a:xfrm>
              <a:off x="7275637" y="2875940"/>
              <a:ext cx="392026" cy="289708"/>
            </a:xfrm>
            <a:custGeom>
              <a:avLst/>
              <a:gdLst/>
              <a:ahLst/>
              <a:cxnLst/>
              <a:rect l="l" t="t" r="r" b="b"/>
              <a:pathLst>
                <a:path w="32253" h="23835" extrusionOk="0">
                  <a:moveTo>
                    <a:pt x="3095" y="0"/>
                  </a:moveTo>
                  <a:cubicBezTo>
                    <a:pt x="1387" y="0"/>
                    <a:pt x="1" y="1386"/>
                    <a:pt x="1" y="3093"/>
                  </a:cubicBezTo>
                  <a:lnTo>
                    <a:pt x="1" y="20740"/>
                  </a:lnTo>
                  <a:cubicBezTo>
                    <a:pt x="1" y="22448"/>
                    <a:pt x="1387" y="23835"/>
                    <a:pt x="3095" y="23835"/>
                  </a:cubicBezTo>
                  <a:lnTo>
                    <a:pt x="29160" y="23835"/>
                  </a:lnTo>
                  <a:cubicBezTo>
                    <a:pt x="30867" y="23835"/>
                    <a:pt x="32253" y="22448"/>
                    <a:pt x="32253" y="20740"/>
                  </a:cubicBezTo>
                  <a:lnTo>
                    <a:pt x="32253" y="3093"/>
                  </a:lnTo>
                  <a:cubicBezTo>
                    <a:pt x="32253" y="1386"/>
                    <a:pt x="30867" y="0"/>
                    <a:pt x="291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64"/>
            <p:cNvSpPr/>
            <p:nvPr/>
          </p:nvSpPr>
          <p:spPr>
            <a:xfrm>
              <a:off x="7748407" y="2906959"/>
              <a:ext cx="292783" cy="37619"/>
            </a:xfrm>
            <a:custGeom>
              <a:avLst/>
              <a:gdLst/>
              <a:ahLst/>
              <a:cxnLst/>
              <a:rect l="l" t="t" r="r" b="b"/>
              <a:pathLst>
                <a:path w="24088" h="3095" extrusionOk="0">
                  <a:moveTo>
                    <a:pt x="1556" y="0"/>
                  </a:moveTo>
                  <a:cubicBezTo>
                    <a:pt x="693" y="0"/>
                    <a:pt x="1" y="694"/>
                    <a:pt x="1" y="1555"/>
                  </a:cubicBezTo>
                  <a:cubicBezTo>
                    <a:pt x="1" y="2400"/>
                    <a:pt x="693" y="3094"/>
                    <a:pt x="1556" y="3094"/>
                  </a:cubicBezTo>
                  <a:lnTo>
                    <a:pt x="22533" y="3094"/>
                  </a:lnTo>
                  <a:cubicBezTo>
                    <a:pt x="23395" y="3094"/>
                    <a:pt x="24088" y="2400"/>
                    <a:pt x="24088" y="1555"/>
                  </a:cubicBezTo>
                  <a:cubicBezTo>
                    <a:pt x="24088" y="694"/>
                    <a:pt x="23395" y="0"/>
                    <a:pt x="2253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64"/>
            <p:cNvSpPr/>
            <p:nvPr/>
          </p:nvSpPr>
          <p:spPr>
            <a:xfrm>
              <a:off x="7748407" y="3001875"/>
              <a:ext cx="292783" cy="37619"/>
            </a:xfrm>
            <a:custGeom>
              <a:avLst/>
              <a:gdLst/>
              <a:ahLst/>
              <a:cxnLst/>
              <a:rect l="l" t="t" r="r" b="b"/>
              <a:pathLst>
                <a:path w="24088" h="3095" extrusionOk="0">
                  <a:moveTo>
                    <a:pt x="1556" y="1"/>
                  </a:moveTo>
                  <a:cubicBezTo>
                    <a:pt x="693" y="1"/>
                    <a:pt x="1" y="694"/>
                    <a:pt x="1" y="1556"/>
                  </a:cubicBezTo>
                  <a:cubicBezTo>
                    <a:pt x="1" y="2401"/>
                    <a:pt x="693" y="3095"/>
                    <a:pt x="1556" y="3095"/>
                  </a:cubicBezTo>
                  <a:lnTo>
                    <a:pt x="22533" y="3095"/>
                  </a:lnTo>
                  <a:cubicBezTo>
                    <a:pt x="23395" y="3095"/>
                    <a:pt x="24088" y="2401"/>
                    <a:pt x="24088" y="1556"/>
                  </a:cubicBezTo>
                  <a:cubicBezTo>
                    <a:pt x="24088" y="694"/>
                    <a:pt x="23395" y="1"/>
                    <a:pt x="225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64"/>
            <p:cNvSpPr/>
            <p:nvPr/>
          </p:nvSpPr>
          <p:spPr>
            <a:xfrm>
              <a:off x="7748407" y="3096803"/>
              <a:ext cx="169097" cy="37619"/>
            </a:xfrm>
            <a:custGeom>
              <a:avLst/>
              <a:gdLst/>
              <a:ahLst/>
              <a:cxnLst/>
              <a:rect l="l" t="t" r="r" b="b"/>
              <a:pathLst>
                <a:path w="13912" h="3095" extrusionOk="0">
                  <a:moveTo>
                    <a:pt x="1556" y="0"/>
                  </a:moveTo>
                  <a:cubicBezTo>
                    <a:pt x="693" y="0"/>
                    <a:pt x="1" y="694"/>
                    <a:pt x="1" y="1555"/>
                  </a:cubicBezTo>
                  <a:cubicBezTo>
                    <a:pt x="1" y="2400"/>
                    <a:pt x="693" y="3094"/>
                    <a:pt x="1556" y="3094"/>
                  </a:cubicBezTo>
                  <a:lnTo>
                    <a:pt x="12357" y="3094"/>
                  </a:lnTo>
                  <a:cubicBezTo>
                    <a:pt x="13219" y="3094"/>
                    <a:pt x="13912" y="2400"/>
                    <a:pt x="13912" y="1555"/>
                  </a:cubicBezTo>
                  <a:cubicBezTo>
                    <a:pt x="13912" y="694"/>
                    <a:pt x="13219" y="0"/>
                    <a:pt x="123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64"/>
            <p:cNvSpPr/>
            <p:nvPr/>
          </p:nvSpPr>
          <p:spPr>
            <a:xfrm>
              <a:off x="5920835" y="3483481"/>
              <a:ext cx="99863" cy="100070"/>
            </a:xfrm>
            <a:custGeom>
              <a:avLst/>
              <a:gdLst/>
              <a:ahLst/>
              <a:cxnLst/>
              <a:rect l="l" t="t" r="r" b="b"/>
              <a:pathLst>
                <a:path w="8216" h="8233" extrusionOk="0">
                  <a:moveTo>
                    <a:pt x="4109" y="0"/>
                  </a:moveTo>
                  <a:cubicBezTo>
                    <a:pt x="1844" y="0"/>
                    <a:pt x="0" y="1843"/>
                    <a:pt x="0" y="4108"/>
                  </a:cubicBezTo>
                  <a:cubicBezTo>
                    <a:pt x="0" y="6373"/>
                    <a:pt x="1844" y="8233"/>
                    <a:pt x="4109" y="8233"/>
                  </a:cubicBezTo>
                  <a:cubicBezTo>
                    <a:pt x="6374" y="8233"/>
                    <a:pt x="8216" y="6373"/>
                    <a:pt x="8216" y="4108"/>
                  </a:cubicBezTo>
                  <a:cubicBezTo>
                    <a:pt x="8216" y="1843"/>
                    <a:pt x="6374" y="0"/>
                    <a:pt x="410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64"/>
            <p:cNvSpPr/>
            <p:nvPr/>
          </p:nvSpPr>
          <p:spPr>
            <a:xfrm>
              <a:off x="6613861" y="1706048"/>
              <a:ext cx="1714363" cy="373126"/>
            </a:xfrm>
            <a:custGeom>
              <a:avLst/>
              <a:gdLst/>
              <a:ahLst/>
              <a:cxnLst/>
              <a:rect l="l" t="t" r="r" b="b"/>
              <a:pathLst>
                <a:path w="141045" h="30698" extrusionOk="0">
                  <a:moveTo>
                    <a:pt x="2924" y="0"/>
                  </a:moveTo>
                  <a:cubicBezTo>
                    <a:pt x="1386" y="0"/>
                    <a:pt x="0" y="1386"/>
                    <a:pt x="0" y="3093"/>
                  </a:cubicBezTo>
                  <a:lnTo>
                    <a:pt x="0" y="27603"/>
                  </a:lnTo>
                  <a:cubicBezTo>
                    <a:pt x="0" y="29311"/>
                    <a:pt x="1386" y="30697"/>
                    <a:pt x="3093" y="30697"/>
                  </a:cubicBezTo>
                  <a:lnTo>
                    <a:pt x="137951" y="30697"/>
                  </a:lnTo>
                  <a:cubicBezTo>
                    <a:pt x="139659" y="30697"/>
                    <a:pt x="141045" y="29311"/>
                    <a:pt x="141045" y="27603"/>
                  </a:cubicBezTo>
                  <a:lnTo>
                    <a:pt x="141045" y="3093"/>
                  </a:lnTo>
                  <a:cubicBezTo>
                    <a:pt x="141045" y="1386"/>
                    <a:pt x="139659" y="0"/>
                    <a:pt x="137782" y="0"/>
                  </a:cubicBezTo>
                  <a:close/>
                </a:path>
              </a:pathLst>
            </a:custGeom>
            <a:solidFill>
              <a:srgbClr val="A97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64"/>
            <p:cNvSpPr/>
            <p:nvPr/>
          </p:nvSpPr>
          <p:spPr>
            <a:xfrm>
              <a:off x="6617556" y="1709743"/>
              <a:ext cx="1706973" cy="365736"/>
            </a:xfrm>
            <a:custGeom>
              <a:avLst/>
              <a:gdLst/>
              <a:ahLst/>
              <a:cxnLst/>
              <a:rect l="l" t="t" r="r" b="b"/>
              <a:pathLst>
                <a:path w="140437" h="30090" extrusionOk="0">
                  <a:moveTo>
                    <a:pt x="2789" y="0"/>
                  </a:moveTo>
                  <a:cubicBezTo>
                    <a:pt x="1251" y="0"/>
                    <a:pt x="1" y="1251"/>
                    <a:pt x="1" y="2789"/>
                  </a:cubicBezTo>
                  <a:lnTo>
                    <a:pt x="1" y="27299"/>
                  </a:lnTo>
                  <a:cubicBezTo>
                    <a:pt x="1" y="28838"/>
                    <a:pt x="1251" y="30089"/>
                    <a:pt x="2789" y="30089"/>
                  </a:cubicBezTo>
                  <a:lnTo>
                    <a:pt x="137647" y="30089"/>
                  </a:lnTo>
                  <a:cubicBezTo>
                    <a:pt x="139186" y="30089"/>
                    <a:pt x="140437" y="28838"/>
                    <a:pt x="140437" y="27299"/>
                  </a:cubicBezTo>
                  <a:lnTo>
                    <a:pt x="140437" y="2789"/>
                  </a:lnTo>
                  <a:cubicBezTo>
                    <a:pt x="140437" y="1251"/>
                    <a:pt x="139186" y="0"/>
                    <a:pt x="13764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64"/>
            <p:cNvSpPr/>
            <p:nvPr/>
          </p:nvSpPr>
          <p:spPr>
            <a:xfrm>
              <a:off x="6703441" y="1776095"/>
              <a:ext cx="233006" cy="233006"/>
            </a:xfrm>
            <a:custGeom>
              <a:avLst/>
              <a:gdLst/>
              <a:ahLst/>
              <a:cxnLst/>
              <a:rect l="l" t="t" r="r" b="b"/>
              <a:pathLst>
                <a:path w="19170" h="19170" extrusionOk="0">
                  <a:moveTo>
                    <a:pt x="9584" y="1"/>
                  </a:moveTo>
                  <a:cubicBezTo>
                    <a:pt x="4294" y="1"/>
                    <a:pt x="0" y="4294"/>
                    <a:pt x="0" y="9586"/>
                  </a:cubicBezTo>
                  <a:cubicBezTo>
                    <a:pt x="0" y="14876"/>
                    <a:pt x="4294" y="19170"/>
                    <a:pt x="9584" y="19170"/>
                  </a:cubicBezTo>
                  <a:cubicBezTo>
                    <a:pt x="14876" y="19170"/>
                    <a:pt x="19169" y="14876"/>
                    <a:pt x="19169" y="9586"/>
                  </a:cubicBezTo>
                  <a:cubicBezTo>
                    <a:pt x="19169" y="4294"/>
                    <a:pt x="14876" y="1"/>
                    <a:pt x="9584" y="1"/>
                  </a:cubicBezTo>
                  <a:close/>
                </a:path>
              </a:pathLst>
            </a:cu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099331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64"/>
            <p:cNvSpPr/>
            <p:nvPr/>
          </p:nvSpPr>
          <p:spPr>
            <a:xfrm>
              <a:off x="7036480" y="1829515"/>
              <a:ext cx="674952" cy="37619"/>
            </a:xfrm>
            <a:custGeom>
              <a:avLst/>
              <a:gdLst/>
              <a:ahLst/>
              <a:cxnLst/>
              <a:rect l="l" t="t" r="r" b="b"/>
              <a:pathLst>
                <a:path w="55530" h="3095" extrusionOk="0">
                  <a:moveTo>
                    <a:pt x="1556" y="1"/>
                  </a:moveTo>
                  <a:cubicBezTo>
                    <a:pt x="694" y="1"/>
                    <a:pt x="1" y="694"/>
                    <a:pt x="1" y="1540"/>
                  </a:cubicBezTo>
                  <a:cubicBezTo>
                    <a:pt x="1" y="2401"/>
                    <a:pt x="694" y="3095"/>
                    <a:pt x="1556" y="3095"/>
                  </a:cubicBezTo>
                  <a:lnTo>
                    <a:pt x="53975" y="3095"/>
                  </a:lnTo>
                  <a:cubicBezTo>
                    <a:pt x="54836" y="3095"/>
                    <a:pt x="55530" y="2401"/>
                    <a:pt x="55530" y="1540"/>
                  </a:cubicBezTo>
                  <a:cubicBezTo>
                    <a:pt x="55530" y="694"/>
                    <a:pt x="54836" y="1"/>
                    <a:pt x="539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64"/>
            <p:cNvSpPr/>
            <p:nvPr/>
          </p:nvSpPr>
          <p:spPr>
            <a:xfrm>
              <a:off x="7759285" y="1829515"/>
              <a:ext cx="477304" cy="37619"/>
            </a:xfrm>
            <a:custGeom>
              <a:avLst/>
              <a:gdLst/>
              <a:ahLst/>
              <a:cxnLst/>
              <a:rect l="l" t="t" r="r" b="b"/>
              <a:pathLst>
                <a:path w="39269" h="3095" extrusionOk="0">
                  <a:moveTo>
                    <a:pt x="1540" y="1"/>
                  </a:moveTo>
                  <a:cubicBezTo>
                    <a:pt x="695" y="1"/>
                    <a:pt x="1" y="694"/>
                    <a:pt x="1" y="1540"/>
                  </a:cubicBezTo>
                  <a:cubicBezTo>
                    <a:pt x="1" y="2401"/>
                    <a:pt x="695" y="3095"/>
                    <a:pt x="1540" y="3095"/>
                  </a:cubicBezTo>
                  <a:lnTo>
                    <a:pt x="37714" y="3095"/>
                  </a:lnTo>
                  <a:cubicBezTo>
                    <a:pt x="38575" y="3095"/>
                    <a:pt x="39269" y="2401"/>
                    <a:pt x="39269" y="1540"/>
                  </a:cubicBezTo>
                  <a:cubicBezTo>
                    <a:pt x="39269" y="694"/>
                    <a:pt x="38575" y="1"/>
                    <a:pt x="377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64"/>
            <p:cNvSpPr/>
            <p:nvPr/>
          </p:nvSpPr>
          <p:spPr>
            <a:xfrm>
              <a:off x="7036480" y="1924444"/>
              <a:ext cx="265058" cy="37619"/>
            </a:xfrm>
            <a:custGeom>
              <a:avLst/>
              <a:gdLst/>
              <a:ahLst/>
              <a:cxnLst/>
              <a:rect l="l" t="t" r="r" b="b"/>
              <a:pathLst>
                <a:path w="21807" h="3095" extrusionOk="0">
                  <a:moveTo>
                    <a:pt x="1556" y="0"/>
                  </a:moveTo>
                  <a:cubicBezTo>
                    <a:pt x="694" y="0"/>
                    <a:pt x="1" y="694"/>
                    <a:pt x="1" y="1539"/>
                  </a:cubicBezTo>
                  <a:cubicBezTo>
                    <a:pt x="1" y="2401"/>
                    <a:pt x="694" y="3094"/>
                    <a:pt x="1556" y="3094"/>
                  </a:cubicBezTo>
                  <a:lnTo>
                    <a:pt x="20269" y="3094"/>
                  </a:lnTo>
                  <a:cubicBezTo>
                    <a:pt x="21114" y="3094"/>
                    <a:pt x="21806" y="2401"/>
                    <a:pt x="21806" y="1539"/>
                  </a:cubicBezTo>
                  <a:cubicBezTo>
                    <a:pt x="21806" y="694"/>
                    <a:pt x="21114" y="0"/>
                    <a:pt x="202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64"/>
            <p:cNvSpPr/>
            <p:nvPr/>
          </p:nvSpPr>
          <p:spPr>
            <a:xfrm>
              <a:off x="5673267" y="1457228"/>
              <a:ext cx="459825" cy="389778"/>
            </a:xfrm>
            <a:custGeom>
              <a:avLst/>
              <a:gdLst/>
              <a:ahLst/>
              <a:cxnLst/>
              <a:rect l="l" t="t" r="r" b="b"/>
              <a:pathLst>
                <a:path w="37831" h="32068" extrusionOk="0">
                  <a:moveTo>
                    <a:pt x="4445" y="0"/>
                  </a:moveTo>
                  <a:cubicBezTo>
                    <a:pt x="1995" y="0"/>
                    <a:pt x="0" y="1995"/>
                    <a:pt x="0" y="4446"/>
                  </a:cubicBezTo>
                  <a:lnTo>
                    <a:pt x="0" y="23868"/>
                  </a:lnTo>
                  <a:cubicBezTo>
                    <a:pt x="0" y="26320"/>
                    <a:pt x="1995" y="28314"/>
                    <a:pt x="4445" y="28314"/>
                  </a:cubicBezTo>
                  <a:lnTo>
                    <a:pt x="15162" y="28314"/>
                  </a:lnTo>
                  <a:lnTo>
                    <a:pt x="18915" y="32067"/>
                  </a:lnTo>
                  <a:lnTo>
                    <a:pt x="22667" y="28314"/>
                  </a:lnTo>
                  <a:lnTo>
                    <a:pt x="33384" y="28314"/>
                  </a:lnTo>
                  <a:cubicBezTo>
                    <a:pt x="35836" y="28314"/>
                    <a:pt x="37831" y="26320"/>
                    <a:pt x="37831" y="23868"/>
                  </a:cubicBezTo>
                  <a:lnTo>
                    <a:pt x="37831" y="4446"/>
                  </a:lnTo>
                  <a:cubicBezTo>
                    <a:pt x="37831" y="1995"/>
                    <a:pt x="35836" y="0"/>
                    <a:pt x="33384" y="0"/>
                  </a:cubicBezTo>
                  <a:close/>
                </a:path>
              </a:pathLst>
            </a:cu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099331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64"/>
            <p:cNvSpPr/>
            <p:nvPr/>
          </p:nvSpPr>
          <p:spPr>
            <a:xfrm>
              <a:off x="5817909" y="1559948"/>
              <a:ext cx="170543" cy="138710"/>
            </a:xfrm>
            <a:custGeom>
              <a:avLst/>
              <a:gdLst/>
              <a:ahLst/>
              <a:cxnLst/>
              <a:rect l="l" t="t" r="r" b="b"/>
              <a:pathLst>
                <a:path w="14031" h="11412" extrusionOk="0">
                  <a:moveTo>
                    <a:pt x="3685" y="1"/>
                  </a:moveTo>
                  <a:cubicBezTo>
                    <a:pt x="1657" y="1"/>
                    <a:pt x="0" y="1641"/>
                    <a:pt x="0" y="3686"/>
                  </a:cubicBezTo>
                  <a:cubicBezTo>
                    <a:pt x="0" y="4565"/>
                    <a:pt x="0" y="6881"/>
                    <a:pt x="5004" y="10109"/>
                  </a:cubicBezTo>
                  <a:lnTo>
                    <a:pt x="7015" y="11412"/>
                  </a:lnTo>
                  <a:lnTo>
                    <a:pt x="9027" y="10109"/>
                  </a:lnTo>
                  <a:cubicBezTo>
                    <a:pt x="14030" y="6881"/>
                    <a:pt x="14030" y="4565"/>
                    <a:pt x="14030" y="3686"/>
                  </a:cubicBezTo>
                  <a:cubicBezTo>
                    <a:pt x="14030" y="1641"/>
                    <a:pt x="12390" y="1"/>
                    <a:pt x="10345" y="1"/>
                  </a:cubicBezTo>
                  <a:cubicBezTo>
                    <a:pt x="8874" y="1"/>
                    <a:pt x="7623" y="846"/>
                    <a:pt x="7015" y="2081"/>
                  </a:cubicBezTo>
                  <a:cubicBezTo>
                    <a:pt x="6424" y="846"/>
                    <a:pt x="5155" y="1"/>
                    <a:pt x="36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5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64"/>
            <p:cNvSpPr/>
            <p:nvPr/>
          </p:nvSpPr>
          <p:spPr>
            <a:xfrm>
              <a:off x="5300175" y="2956587"/>
              <a:ext cx="436622" cy="284980"/>
            </a:xfrm>
            <a:custGeom>
              <a:avLst/>
              <a:gdLst/>
              <a:ahLst/>
              <a:cxnLst/>
              <a:rect l="l" t="t" r="r" b="b"/>
              <a:pathLst>
                <a:path w="35922" h="23446" extrusionOk="0">
                  <a:moveTo>
                    <a:pt x="3448" y="1"/>
                  </a:moveTo>
                  <a:cubicBezTo>
                    <a:pt x="1555" y="1"/>
                    <a:pt x="0" y="1538"/>
                    <a:pt x="0" y="3432"/>
                  </a:cubicBezTo>
                  <a:lnTo>
                    <a:pt x="0" y="15552"/>
                  </a:lnTo>
                  <a:cubicBezTo>
                    <a:pt x="0" y="17446"/>
                    <a:pt x="1555" y="18983"/>
                    <a:pt x="3448" y="18983"/>
                  </a:cubicBezTo>
                  <a:lnTo>
                    <a:pt x="24950" y="18983"/>
                  </a:lnTo>
                  <a:lnTo>
                    <a:pt x="29074" y="23446"/>
                  </a:lnTo>
                  <a:lnTo>
                    <a:pt x="29074" y="18983"/>
                  </a:lnTo>
                  <a:lnTo>
                    <a:pt x="32473" y="18983"/>
                  </a:lnTo>
                  <a:cubicBezTo>
                    <a:pt x="34382" y="18983"/>
                    <a:pt x="35921" y="17446"/>
                    <a:pt x="35921" y="15552"/>
                  </a:cubicBezTo>
                  <a:lnTo>
                    <a:pt x="35921" y="3432"/>
                  </a:lnTo>
                  <a:cubicBezTo>
                    <a:pt x="35921" y="1538"/>
                    <a:pt x="34382" y="1"/>
                    <a:pt x="32473" y="1"/>
                  </a:cubicBezTo>
                  <a:close/>
                </a:path>
              </a:pathLst>
            </a:cu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099331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64"/>
            <p:cNvSpPr/>
            <p:nvPr/>
          </p:nvSpPr>
          <p:spPr>
            <a:xfrm>
              <a:off x="5374951" y="3039798"/>
              <a:ext cx="287058" cy="60822"/>
            </a:xfrm>
            <a:custGeom>
              <a:avLst/>
              <a:gdLst/>
              <a:ahLst/>
              <a:cxnLst/>
              <a:rect l="l" t="t" r="r" b="b"/>
              <a:pathLst>
                <a:path w="23617" h="5004" extrusionOk="0">
                  <a:moveTo>
                    <a:pt x="2503" y="0"/>
                  </a:moveTo>
                  <a:cubicBezTo>
                    <a:pt x="1117" y="0"/>
                    <a:pt x="1" y="1116"/>
                    <a:pt x="1" y="2502"/>
                  </a:cubicBezTo>
                  <a:cubicBezTo>
                    <a:pt x="1" y="3888"/>
                    <a:pt x="1117" y="5004"/>
                    <a:pt x="2503" y="5004"/>
                  </a:cubicBezTo>
                  <a:cubicBezTo>
                    <a:pt x="3873" y="5004"/>
                    <a:pt x="4988" y="3888"/>
                    <a:pt x="4988" y="2502"/>
                  </a:cubicBezTo>
                  <a:cubicBezTo>
                    <a:pt x="4988" y="1116"/>
                    <a:pt x="3873" y="0"/>
                    <a:pt x="2503" y="0"/>
                  </a:cubicBezTo>
                  <a:close/>
                  <a:moveTo>
                    <a:pt x="11817" y="0"/>
                  </a:moveTo>
                  <a:cubicBezTo>
                    <a:pt x="10431" y="0"/>
                    <a:pt x="9316" y="1116"/>
                    <a:pt x="9316" y="2502"/>
                  </a:cubicBezTo>
                  <a:cubicBezTo>
                    <a:pt x="9316" y="3888"/>
                    <a:pt x="10431" y="5004"/>
                    <a:pt x="11817" y="5004"/>
                  </a:cubicBezTo>
                  <a:cubicBezTo>
                    <a:pt x="13186" y="5004"/>
                    <a:pt x="14301" y="3888"/>
                    <a:pt x="14301" y="2502"/>
                  </a:cubicBezTo>
                  <a:cubicBezTo>
                    <a:pt x="14301" y="1116"/>
                    <a:pt x="13186" y="0"/>
                    <a:pt x="11817" y="0"/>
                  </a:cubicBezTo>
                  <a:close/>
                  <a:moveTo>
                    <a:pt x="21131" y="0"/>
                  </a:moveTo>
                  <a:cubicBezTo>
                    <a:pt x="19744" y="0"/>
                    <a:pt x="18629" y="1116"/>
                    <a:pt x="18629" y="2502"/>
                  </a:cubicBezTo>
                  <a:cubicBezTo>
                    <a:pt x="18629" y="3888"/>
                    <a:pt x="19744" y="5004"/>
                    <a:pt x="21131" y="5004"/>
                  </a:cubicBezTo>
                  <a:cubicBezTo>
                    <a:pt x="22500" y="5004"/>
                    <a:pt x="23616" y="3888"/>
                    <a:pt x="23616" y="2502"/>
                  </a:cubicBezTo>
                  <a:cubicBezTo>
                    <a:pt x="23616" y="1116"/>
                    <a:pt x="22500" y="0"/>
                    <a:pt x="2113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64"/>
            <p:cNvSpPr/>
            <p:nvPr/>
          </p:nvSpPr>
          <p:spPr>
            <a:xfrm>
              <a:off x="7782513" y="1481684"/>
              <a:ext cx="269993" cy="269981"/>
            </a:xfrm>
            <a:custGeom>
              <a:avLst/>
              <a:gdLst/>
              <a:ahLst/>
              <a:cxnLst/>
              <a:rect l="l" t="t" r="r" b="b"/>
              <a:pathLst>
                <a:path w="22213" h="22212" extrusionOk="0">
                  <a:moveTo>
                    <a:pt x="11106" y="0"/>
                  </a:moveTo>
                  <a:cubicBezTo>
                    <a:pt x="4987" y="0"/>
                    <a:pt x="1" y="4986"/>
                    <a:pt x="1" y="11105"/>
                  </a:cubicBezTo>
                  <a:cubicBezTo>
                    <a:pt x="1" y="17242"/>
                    <a:pt x="4987" y="22212"/>
                    <a:pt x="11106" y="22212"/>
                  </a:cubicBezTo>
                  <a:cubicBezTo>
                    <a:pt x="17225" y="22212"/>
                    <a:pt x="22212" y="17242"/>
                    <a:pt x="22212" y="11105"/>
                  </a:cubicBezTo>
                  <a:cubicBezTo>
                    <a:pt x="22212" y="4986"/>
                    <a:pt x="17225" y="0"/>
                    <a:pt x="111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64"/>
            <p:cNvSpPr/>
            <p:nvPr/>
          </p:nvSpPr>
          <p:spPr>
            <a:xfrm>
              <a:off x="7870039" y="1520494"/>
              <a:ext cx="97189" cy="96192"/>
            </a:xfrm>
            <a:custGeom>
              <a:avLst/>
              <a:gdLst/>
              <a:ahLst/>
              <a:cxnLst/>
              <a:rect l="l" t="t" r="r" b="b"/>
              <a:pathLst>
                <a:path w="7996" h="7914" extrusionOk="0">
                  <a:moveTo>
                    <a:pt x="4011" y="1"/>
                  </a:moveTo>
                  <a:cubicBezTo>
                    <a:pt x="1859" y="1"/>
                    <a:pt x="84" y="1730"/>
                    <a:pt x="51" y="3889"/>
                  </a:cubicBezTo>
                  <a:cubicBezTo>
                    <a:pt x="1" y="6070"/>
                    <a:pt x="1741" y="7879"/>
                    <a:pt x="3922" y="7912"/>
                  </a:cubicBezTo>
                  <a:cubicBezTo>
                    <a:pt x="3954" y="7913"/>
                    <a:pt x="3986" y="7913"/>
                    <a:pt x="4017" y="7913"/>
                  </a:cubicBezTo>
                  <a:cubicBezTo>
                    <a:pt x="6171" y="7913"/>
                    <a:pt x="7912" y="6191"/>
                    <a:pt x="7962" y="4042"/>
                  </a:cubicBezTo>
                  <a:cubicBezTo>
                    <a:pt x="7995" y="1861"/>
                    <a:pt x="6255" y="53"/>
                    <a:pt x="4074" y="1"/>
                  </a:cubicBezTo>
                  <a:cubicBezTo>
                    <a:pt x="4053" y="1"/>
                    <a:pt x="4032" y="1"/>
                    <a:pt x="40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64"/>
            <p:cNvSpPr/>
            <p:nvPr/>
          </p:nvSpPr>
          <p:spPr>
            <a:xfrm>
              <a:off x="7823803" y="1637592"/>
              <a:ext cx="184727" cy="105673"/>
            </a:xfrm>
            <a:custGeom>
              <a:avLst/>
              <a:gdLst/>
              <a:ahLst/>
              <a:cxnLst/>
              <a:rect l="l" t="t" r="r" b="b"/>
              <a:pathLst>
                <a:path w="15198" h="8694" extrusionOk="0">
                  <a:moveTo>
                    <a:pt x="7551" y="1"/>
                  </a:moveTo>
                  <a:cubicBezTo>
                    <a:pt x="4102" y="1"/>
                    <a:pt x="1150" y="2179"/>
                    <a:pt x="1" y="5243"/>
                  </a:cubicBezTo>
                  <a:cubicBezTo>
                    <a:pt x="1860" y="7305"/>
                    <a:pt x="4531" y="8641"/>
                    <a:pt x="7540" y="8691"/>
                  </a:cubicBezTo>
                  <a:cubicBezTo>
                    <a:pt x="7618" y="8693"/>
                    <a:pt x="7697" y="8694"/>
                    <a:pt x="7775" y="8694"/>
                  </a:cubicBezTo>
                  <a:cubicBezTo>
                    <a:pt x="10690" y="8694"/>
                    <a:pt x="13321" y="7473"/>
                    <a:pt x="15198" y="5531"/>
                  </a:cubicBezTo>
                  <a:cubicBezTo>
                    <a:pt x="14150" y="2369"/>
                    <a:pt x="11208" y="54"/>
                    <a:pt x="7709" y="3"/>
                  </a:cubicBezTo>
                  <a:cubicBezTo>
                    <a:pt x="7656" y="2"/>
                    <a:pt x="7603" y="1"/>
                    <a:pt x="75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00" name="Google Shape;1000;p64"/>
            <p:cNvGrpSpPr/>
            <p:nvPr/>
          </p:nvGrpSpPr>
          <p:grpSpPr>
            <a:xfrm>
              <a:off x="5306560" y="1715806"/>
              <a:ext cx="454888" cy="454888"/>
              <a:chOff x="5289166" y="402821"/>
              <a:chExt cx="801000" cy="801000"/>
            </a:xfrm>
          </p:grpSpPr>
          <p:sp>
            <p:nvSpPr>
              <p:cNvPr id="1001" name="Google Shape;1001;p64"/>
              <p:cNvSpPr/>
              <p:nvPr/>
            </p:nvSpPr>
            <p:spPr>
              <a:xfrm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Google Shape;1002;p64"/>
              <p:cNvSpPr/>
              <p:nvPr/>
            </p:nvSpPr>
            <p:spPr>
              <a:xfrm rot="10800000" flipH="1"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dk2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03" name="Google Shape;1003;p64"/>
            <p:cNvSpPr/>
            <p:nvPr/>
          </p:nvSpPr>
          <p:spPr>
            <a:xfrm>
              <a:off x="8072364" y="2213821"/>
              <a:ext cx="292491" cy="29249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04" name="Google Shape;1004;p64"/>
            <p:cNvGrpSpPr/>
            <p:nvPr/>
          </p:nvGrpSpPr>
          <p:grpSpPr>
            <a:xfrm>
              <a:off x="6387030" y="2729646"/>
              <a:ext cx="995046" cy="816206"/>
              <a:chOff x="6710430" y="2844909"/>
              <a:chExt cx="995046" cy="816206"/>
            </a:xfrm>
          </p:grpSpPr>
          <p:sp>
            <p:nvSpPr>
              <p:cNvPr id="1005" name="Google Shape;1005;p64"/>
              <p:cNvSpPr/>
              <p:nvPr/>
            </p:nvSpPr>
            <p:spPr>
              <a:xfrm>
                <a:off x="6710430" y="2844909"/>
                <a:ext cx="995046" cy="655225"/>
              </a:xfrm>
              <a:custGeom>
                <a:avLst/>
                <a:gdLst/>
                <a:ahLst/>
                <a:cxnLst/>
                <a:rect l="l" t="t" r="r" b="b"/>
                <a:pathLst>
                  <a:path w="81865" h="53907" extrusionOk="0">
                    <a:moveTo>
                      <a:pt x="3110" y="0"/>
                    </a:moveTo>
                    <a:cubicBezTo>
                      <a:pt x="1386" y="0"/>
                      <a:pt x="0" y="1386"/>
                      <a:pt x="0" y="3094"/>
                    </a:cubicBezTo>
                    <a:lnTo>
                      <a:pt x="0" y="50813"/>
                    </a:lnTo>
                    <a:cubicBezTo>
                      <a:pt x="0" y="52521"/>
                      <a:pt x="1386" y="53907"/>
                      <a:pt x="3110" y="53907"/>
                    </a:cubicBezTo>
                    <a:lnTo>
                      <a:pt x="78771" y="53907"/>
                    </a:lnTo>
                    <a:cubicBezTo>
                      <a:pt x="80478" y="53907"/>
                      <a:pt x="81864" y="52521"/>
                      <a:pt x="81864" y="50813"/>
                    </a:cubicBezTo>
                    <a:lnTo>
                      <a:pt x="81864" y="3094"/>
                    </a:lnTo>
                    <a:cubicBezTo>
                      <a:pt x="81864" y="1386"/>
                      <a:pt x="80478" y="0"/>
                      <a:pt x="7877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Google Shape;1006;p64"/>
              <p:cNvSpPr/>
              <p:nvPr/>
            </p:nvSpPr>
            <p:spPr>
              <a:xfrm>
                <a:off x="6748231" y="2882515"/>
                <a:ext cx="919672" cy="580024"/>
              </a:xfrm>
              <a:custGeom>
                <a:avLst/>
                <a:gdLst/>
                <a:ahLst/>
                <a:cxnLst/>
                <a:rect l="l" t="t" r="r" b="b"/>
                <a:pathLst>
                  <a:path w="75662" h="47719" extrusionOk="0">
                    <a:moveTo>
                      <a:pt x="0" y="0"/>
                    </a:moveTo>
                    <a:lnTo>
                      <a:pt x="0" y="47719"/>
                    </a:lnTo>
                    <a:lnTo>
                      <a:pt x="75661" y="47719"/>
                    </a:lnTo>
                    <a:lnTo>
                      <a:pt x="7566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64"/>
              <p:cNvSpPr/>
              <p:nvPr/>
            </p:nvSpPr>
            <p:spPr>
              <a:xfrm>
                <a:off x="6748231" y="3005570"/>
                <a:ext cx="919672" cy="456967"/>
              </a:xfrm>
              <a:custGeom>
                <a:avLst/>
                <a:gdLst/>
                <a:ahLst/>
                <a:cxnLst/>
                <a:rect l="l" t="t" r="r" b="b"/>
                <a:pathLst>
                  <a:path w="75662" h="37595" extrusionOk="0">
                    <a:moveTo>
                      <a:pt x="23395" y="1"/>
                    </a:moveTo>
                    <a:lnTo>
                      <a:pt x="0" y="33200"/>
                    </a:lnTo>
                    <a:lnTo>
                      <a:pt x="0" y="37595"/>
                    </a:lnTo>
                    <a:lnTo>
                      <a:pt x="75661" y="37595"/>
                    </a:lnTo>
                    <a:lnTo>
                      <a:pt x="57946" y="12442"/>
                    </a:lnTo>
                    <a:lnTo>
                      <a:pt x="49089" y="25018"/>
                    </a:lnTo>
                    <a:lnTo>
                      <a:pt x="45048" y="30749"/>
                    </a:lnTo>
                    <a:lnTo>
                      <a:pt x="36630" y="18798"/>
                    </a:lnTo>
                    <a:lnTo>
                      <a:pt x="2339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64"/>
              <p:cNvSpPr/>
              <p:nvPr/>
            </p:nvSpPr>
            <p:spPr>
              <a:xfrm>
                <a:off x="7225498" y="2979486"/>
                <a:ext cx="140560" cy="140548"/>
              </a:xfrm>
              <a:custGeom>
                <a:avLst/>
                <a:gdLst/>
                <a:ahLst/>
                <a:cxnLst/>
                <a:rect l="l" t="t" r="r" b="b"/>
                <a:pathLst>
                  <a:path w="11564" h="11563" extrusionOk="0">
                    <a:moveTo>
                      <a:pt x="5782" y="1"/>
                    </a:moveTo>
                    <a:cubicBezTo>
                      <a:pt x="2588" y="1"/>
                      <a:pt x="1" y="2586"/>
                      <a:pt x="1" y="5782"/>
                    </a:cubicBezTo>
                    <a:cubicBezTo>
                      <a:pt x="1" y="8976"/>
                      <a:pt x="2588" y="11563"/>
                      <a:pt x="5782" y="11563"/>
                    </a:cubicBezTo>
                    <a:cubicBezTo>
                      <a:pt x="8978" y="11563"/>
                      <a:pt x="11563" y="8976"/>
                      <a:pt x="11563" y="5782"/>
                    </a:cubicBezTo>
                    <a:cubicBezTo>
                      <a:pt x="11563" y="2586"/>
                      <a:pt x="8978" y="1"/>
                      <a:pt x="57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64"/>
              <p:cNvSpPr/>
              <p:nvPr/>
            </p:nvSpPr>
            <p:spPr>
              <a:xfrm>
                <a:off x="7321087" y="3433715"/>
                <a:ext cx="227400" cy="2274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  <a:reflection stA="6000" endPos="26000" dist="762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10" name="Google Shape;1010;p64"/>
            <p:cNvSpPr/>
            <p:nvPr/>
          </p:nvSpPr>
          <p:spPr>
            <a:xfrm>
              <a:off x="6878913" y="3637361"/>
              <a:ext cx="48910" cy="489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64"/>
            <p:cNvSpPr/>
            <p:nvPr/>
          </p:nvSpPr>
          <p:spPr>
            <a:xfrm>
              <a:off x="8364857" y="2484292"/>
              <a:ext cx="48910" cy="489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64"/>
            <p:cNvSpPr/>
            <p:nvPr/>
          </p:nvSpPr>
          <p:spPr>
            <a:xfrm>
              <a:off x="7170539" y="1473072"/>
              <a:ext cx="48910" cy="489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64"/>
            <p:cNvSpPr/>
            <p:nvPr/>
          </p:nvSpPr>
          <p:spPr>
            <a:xfrm>
              <a:off x="5226503" y="2396433"/>
              <a:ext cx="48910" cy="4891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64"/>
            <p:cNvSpPr/>
            <p:nvPr/>
          </p:nvSpPr>
          <p:spPr>
            <a:xfrm>
              <a:off x="5029270" y="2748958"/>
              <a:ext cx="270900" cy="270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ffectLst>
              <a:outerShdw blurRad="157163" dist="85725" dir="5400000" algn="bl" rotWithShape="0">
                <a:schemeClr val="dk1">
                  <a:alpha val="38000"/>
                </a:schemeClr>
              </a:outerShdw>
              <a:reflection stA="6000" endPos="26000" dist="762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2" name="Google Shape;2592;p93"/>
          <p:cNvSpPr/>
          <p:nvPr/>
        </p:nvSpPr>
        <p:spPr>
          <a:xfrm>
            <a:off x="2695890" y="4021873"/>
            <a:ext cx="3789300" cy="4026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5" name="Google Shape;2595;p93"/>
          <p:cNvSpPr txBox="1">
            <a:spLocks noGrp="1"/>
          </p:cNvSpPr>
          <p:nvPr>
            <p:ph type="subTitle" idx="1"/>
          </p:nvPr>
        </p:nvSpPr>
        <p:spPr>
          <a:xfrm>
            <a:off x="2839843" y="4021873"/>
            <a:ext cx="3501395" cy="40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dirty="0"/>
              <a:t>https://sabian01.github.io/leksioni3/buttons</a:t>
            </a:r>
            <a:endParaRPr dirty="0"/>
          </a:p>
        </p:txBody>
      </p:sp>
      <p:sp>
        <p:nvSpPr>
          <p:cNvPr id="2632" name="Google Shape;2632;p93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3" name="Google Shape;2633;p93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4" name="Google Shape;2634;p93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5" name="Google Shape;2635;p93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8BFB6D-EFD4-1A33-1994-928E3ABF6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706" y="1177802"/>
            <a:ext cx="7361612" cy="24574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78"/>
          <p:cNvSpPr/>
          <p:nvPr/>
        </p:nvSpPr>
        <p:spPr>
          <a:xfrm>
            <a:off x="656246" y="973875"/>
            <a:ext cx="891300" cy="486300"/>
          </a:xfrm>
          <a:prstGeom prst="wedgeRoundRectCallout">
            <a:avLst>
              <a:gd name="adj1" fmla="val -20923"/>
              <a:gd name="adj2" fmla="val 78986"/>
              <a:gd name="adj3" fmla="val 0"/>
            </a:avLst>
          </a:prstGeom>
          <a:gradFill>
            <a:gsLst>
              <a:gs pos="0">
                <a:srgbClr val="81EEEB"/>
              </a:gs>
              <a:gs pos="100000">
                <a:srgbClr val="3AE4DF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1" name="Google Shape;1611;p78"/>
          <p:cNvSpPr txBox="1">
            <a:spLocks noGrp="1"/>
          </p:cNvSpPr>
          <p:nvPr>
            <p:ph type="title"/>
          </p:nvPr>
        </p:nvSpPr>
        <p:spPr>
          <a:xfrm>
            <a:off x="720000" y="2150850"/>
            <a:ext cx="4053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HOVERS</a:t>
            </a:r>
            <a:endParaRPr dirty="0"/>
          </a:p>
        </p:txBody>
      </p:sp>
      <p:sp>
        <p:nvSpPr>
          <p:cNvPr id="1612" name="Google Shape;1612;p78"/>
          <p:cNvSpPr txBox="1">
            <a:spLocks noGrp="1"/>
          </p:cNvSpPr>
          <p:nvPr>
            <p:ph type="title" idx="2"/>
          </p:nvPr>
        </p:nvSpPr>
        <p:spPr>
          <a:xfrm>
            <a:off x="720000" y="1185425"/>
            <a:ext cx="1477500" cy="4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01.</a:t>
            </a:r>
            <a:endParaRPr/>
          </a:p>
        </p:txBody>
      </p:sp>
      <p:grpSp>
        <p:nvGrpSpPr>
          <p:cNvPr id="1614" name="Google Shape;1614;p78"/>
          <p:cNvGrpSpPr/>
          <p:nvPr/>
        </p:nvGrpSpPr>
        <p:grpSpPr>
          <a:xfrm>
            <a:off x="4572002" y="983473"/>
            <a:ext cx="3648694" cy="3149998"/>
            <a:chOff x="4572002" y="983473"/>
            <a:chExt cx="3648694" cy="3149998"/>
          </a:xfrm>
        </p:grpSpPr>
        <p:sp>
          <p:nvSpPr>
            <p:cNvPr id="1615" name="Google Shape;1615;p78"/>
            <p:cNvSpPr/>
            <p:nvPr/>
          </p:nvSpPr>
          <p:spPr>
            <a:xfrm>
              <a:off x="5114109" y="3393901"/>
              <a:ext cx="305056" cy="711891"/>
            </a:xfrm>
            <a:custGeom>
              <a:avLst/>
              <a:gdLst/>
              <a:ahLst/>
              <a:cxnLst/>
              <a:rect l="l" t="t" r="r" b="b"/>
              <a:pathLst>
                <a:path w="27098" h="63237" extrusionOk="0">
                  <a:moveTo>
                    <a:pt x="3771" y="1"/>
                  </a:moveTo>
                  <a:cubicBezTo>
                    <a:pt x="3500" y="1"/>
                    <a:pt x="3230" y="34"/>
                    <a:pt x="2976" y="102"/>
                  </a:cubicBezTo>
                  <a:cubicBezTo>
                    <a:pt x="1878" y="406"/>
                    <a:pt x="1116" y="1116"/>
                    <a:pt x="728" y="2214"/>
                  </a:cubicBezTo>
                  <a:cubicBezTo>
                    <a:pt x="1" y="4260"/>
                    <a:pt x="744" y="7083"/>
                    <a:pt x="1878" y="8621"/>
                  </a:cubicBezTo>
                  <a:cubicBezTo>
                    <a:pt x="2216" y="9095"/>
                    <a:pt x="2621" y="9568"/>
                    <a:pt x="3010" y="10024"/>
                  </a:cubicBezTo>
                  <a:cubicBezTo>
                    <a:pt x="3922" y="11123"/>
                    <a:pt x="4887" y="12255"/>
                    <a:pt x="5326" y="13659"/>
                  </a:cubicBezTo>
                  <a:cubicBezTo>
                    <a:pt x="6154" y="16228"/>
                    <a:pt x="5410" y="18426"/>
                    <a:pt x="4684" y="20555"/>
                  </a:cubicBezTo>
                  <a:cubicBezTo>
                    <a:pt x="4294" y="21687"/>
                    <a:pt x="3889" y="22871"/>
                    <a:pt x="3719" y="24122"/>
                  </a:cubicBezTo>
                  <a:cubicBezTo>
                    <a:pt x="3365" y="26725"/>
                    <a:pt x="3922" y="29125"/>
                    <a:pt x="5258" y="30748"/>
                  </a:cubicBezTo>
                  <a:cubicBezTo>
                    <a:pt x="5630" y="31187"/>
                    <a:pt x="6086" y="31593"/>
                    <a:pt x="6509" y="31999"/>
                  </a:cubicBezTo>
                  <a:cubicBezTo>
                    <a:pt x="7134" y="32557"/>
                    <a:pt x="7776" y="33148"/>
                    <a:pt x="8233" y="33876"/>
                  </a:cubicBezTo>
                  <a:cubicBezTo>
                    <a:pt x="9670" y="36073"/>
                    <a:pt x="9146" y="38981"/>
                    <a:pt x="8639" y="40975"/>
                  </a:cubicBezTo>
                  <a:cubicBezTo>
                    <a:pt x="8572" y="41262"/>
                    <a:pt x="8486" y="41550"/>
                    <a:pt x="8419" y="41837"/>
                  </a:cubicBezTo>
                  <a:cubicBezTo>
                    <a:pt x="7895" y="43798"/>
                    <a:pt x="7371" y="45810"/>
                    <a:pt x="7794" y="47737"/>
                  </a:cubicBezTo>
                  <a:cubicBezTo>
                    <a:pt x="8335" y="50171"/>
                    <a:pt x="10228" y="51878"/>
                    <a:pt x="12223" y="53687"/>
                  </a:cubicBezTo>
                  <a:cubicBezTo>
                    <a:pt x="13879" y="55174"/>
                    <a:pt x="15586" y="56712"/>
                    <a:pt x="16516" y="58740"/>
                  </a:cubicBezTo>
                  <a:cubicBezTo>
                    <a:pt x="16719" y="59180"/>
                    <a:pt x="16888" y="59637"/>
                    <a:pt x="17040" y="60077"/>
                  </a:cubicBezTo>
                  <a:cubicBezTo>
                    <a:pt x="17328" y="60870"/>
                    <a:pt x="17598" y="61632"/>
                    <a:pt x="18071" y="62256"/>
                  </a:cubicBezTo>
                  <a:cubicBezTo>
                    <a:pt x="18561" y="62916"/>
                    <a:pt x="19221" y="63237"/>
                    <a:pt x="20082" y="63237"/>
                  </a:cubicBezTo>
                  <a:cubicBezTo>
                    <a:pt x="20522" y="63237"/>
                    <a:pt x="21013" y="63153"/>
                    <a:pt x="21536" y="62984"/>
                  </a:cubicBezTo>
                  <a:cubicBezTo>
                    <a:pt x="22162" y="62781"/>
                    <a:pt x="22838" y="62459"/>
                    <a:pt x="23514" y="62054"/>
                  </a:cubicBezTo>
                  <a:cubicBezTo>
                    <a:pt x="25694" y="60753"/>
                    <a:pt x="27098" y="58251"/>
                    <a:pt x="27030" y="55833"/>
                  </a:cubicBezTo>
                  <a:cubicBezTo>
                    <a:pt x="26963" y="53500"/>
                    <a:pt x="25796" y="51489"/>
                    <a:pt x="24579" y="49342"/>
                  </a:cubicBezTo>
                  <a:cubicBezTo>
                    <a:pt x="23700" y="47838"/>
                    <a:pt x="22804" y="46265"/>
                    <a:pt x="22331" y="44559"/>
                  </a:cubicBezTo>
                  <a:cubicBezTo>
                    <a:pt x="21367" y="41212"/>
                    <a:pt x="22111" y="37696"/>
                    <a:pt x="22838" y="34298"/>
                  </a:cubicBezTo>
                  <a:cubicBezTo>
                    <a:pt x="22922" y="33926"/>
                    <a:pt x="22990" y="33554"/>
                    <a:pt x="23075" y="33182"/>
                  </a:cubicBezTo>
                  <a:cubicBezTo>
                    <a:pt x="23801" y="29616"/>
                    <a:pt x="24292" y="25559"/>
                    <a:pt x="22331" y="22381"/>
                  </a:cubicBezTo>
                  <a:cubicBezTo>
                    <a:pt x="20995" y="20234"/>
                    <a:pt x="18714" y="18831"/>
                    <a:pt x="16516" y="17479"/>
                  </a:cubicBezTo>
                  <a:cubicBezTo>
                    <a:pt x="14082" y="15974"/>
                    <a:pt x="11563" y="14436"/>
                    <a:pt x="10244" y="11883"/>
                  </a:cubicBezTo>
                  <a:cubicBezTo>
                    <a:pt x="9484" y="10429"/>
                    <a:pt x="9196" y="8773"/>
                    <a:pt x="8926" y="7184"/>
                  </a:cubicBezTo>
                  <a:lnTo>
                    <a:pt x="8842" y="6728"/>
                  </a:lnTo>
                  <a:cubicBezTo>
                    <a:pt x="8554" y="5054"/>
                    <a:pt x="8182" y="3314"/>
                    <a:pt x="7168" y="1928"/>
                  </a:cubicBezTo>
                  <a:cubicBezTo>
                    <a:pt x="6323" y="760"/>
                    <a:pt x="4988" y="1"/>
                    <a:pt x="37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616;p78"/>
            <p:cNvSpPr/>
            <p:nvPr/>
          </p:nvSpPr>
          <p:spPr>
            <a:xfrm rot="-347953">
              <a:off x="7458837" y="1988443"/>
              <a:ext cx="319131" cy="1010675"/>
            </a:xfrm>
            <a:custGeom>
              <a:avLst/>
              <a:gdLst/>
              <a:ahLst/>
              <a:cxnLst/>
              <a:rect l="l" t="t" r="r" b="b"/>
              <a:pathLst>
                <a:path w="28348" h="89777" extrusionOk="0">
                  <a:moveTo>
                    <a:pt x="22990" y="0"/>
                  </a:moveTo>
                  <a:cubicBezTo>
                    <a:pt x="20759" y="0"/>
                    <a:pt x="19253" y="2249"/>
                    <a:pt x="18933" y="4480"/>
                  </a:cubicBezTo>
                  <a:cubicBezTo>
                    <a:pt x="18764" y="5765"/>
                    <a:pt x="18764" y="7016"/>
                    <a:pt x="18764" y="8215"/>
                  </a:cubicBezTo>
                  <a:cubicBezTo>
                    <a:pt x="18764" y="10616"/>
                    <a:pt x="18764" y="12881"/>
                    <a:pt x="17445" y="15281"/>
                  </a:cubicBezTo>
                  <a:cubicBezTo>
                    <a:pt x="16634" y="16769"/>
                    <a:pt x="15535" y="18071"/>
                    <a:pt x="14453" y="19322"/>
                  </a:cubicBezTo>
                  <a:cubicBezTo>
                    <a:pt x="13693" y="20235"/>
                    <a:pt x="12881" y="21181"/>
                    <a:pt x="12221" y="22178"/>
                  </a:cubicBezTo>
                  <a:cubicBezTo>
                    <a:pt x="9839" y="25694"/>
                    <a:pt x="9010" y="30005"/>
                    <a:pt x="9805" y="34653"/>
                  </a:cubicBezTo>
                  <a:cubicBezTo>
                    <a:pt x="10515" y="38795"/>
                    <a:pt x="9433" y="42090"/>
                    <a:pt x="6052" y="46030"/>
                  </a:cubicBezTo>
                  <a:cubicBezTo>
                    <a:pt x="3077" y="49512"/>
                    <a:pt x="1" y="53096"/>
                    <a:pt x="964" y="58167"/>
                  </a:cubicBezTo>
                  <a:cubicBezTo>
                    <a:pt x="1302" y="59958"/>
                    <a:pt x="2131" y="61716"/>
                    <a:pt x="2924" y="63441"/>
                  </a:cubicBezTo>
                  <a:cubicBezTo>
                    <a:pt x="4311" y="66364"/>
                    <a:pt x="5714" y="69391"/>
                    <a:pt x="4885" y="72772"/>
                  </a:cubicBezTo>
                  <a:cubicBezTo>
                    <a:pt x="4599" y="73921"/>
                    <a:pt x="4040" y="74985"/>
                    <a:pt x="3517" y="75999"/>
                  </a:cubicBezTo>
                  <a:cubicBezTo>
                    <a:pt x="3246" y="76524"/>
                    <a:pt x="2958" y="77065"/>
                    <a:pt x="2722" y="77606"/>
                  </a:cubicBezTo>
                  <a:cubicBezTo>
                    <a:pt x="1741" y="79837"/>
                    <a:pt x="1471" y="82186"/>
                    <a:pt x="1978" y="84248"/>
                  </a:cubicBezTo>
                  <a:cubicBezTo>
                    <a:pt x="2367" y="85905"/>
                    <a:pt x="3314" y="87426"/>
                    <a:pt x="4565" y="88441"/>
                  </a:cubicBezTo>
                  <a:cubicBezTo>
                    <a:pt x="5020" y="88813"/>
                    <a:pt x="5494" y="89101"/>
                    <a:pt x="6001" y="89320"/>
                  </a:cubicBezTo>
                  <a:cubicBezTo>
                    <a:pt x="6677" y="89624"/>
                    <a:pt x="7472" y="89777"/>
                    <a:pt x="8401" y="89777"/>
                  </a:cubicBezTo>
                  <a:cubicBezTo>
                    <a:pt x="10768" y="89777"/>
                    <a:pt x="13727" y="88762"/>
                    <a:pt x="15552" y="87309"/>
                  </a:cubicBezTo>
                  <a:cubicBezTo>
                    <a:pt x="18527" y="84976"/>
                    <a:pt x="18392" y="81866"/>
                    <a:pt x="18239" y="78569"/>
                  </a:cubicBezTo>
                  <a:cubicBezTo>
                    <a:pt x="18122" y="75932"/>
                    <a:pt x="18003" y="73227"/>
                    <a:pt x="19456" y="70777"/>
                  </a:cubicBezTo>
                  <a:cubicBezTo>
                    <a:pt x="20099" y="69661"/>
                    <a:pt x="20910" y="68647"/>
                    <a:pt x="21671" y="67649"/>
                  </a:cubicBezTo>
                  <a:cubicBezTo>
                    <a:pt x="22972" y="65976"/>
                    <a:pt x="24207" y="64403"/>
                    <a:pt x="24832" y="62426"/>
                  </a:cubicBezTo>
                  <a:cubicBezTo>
                    <a:pt x="25796" y="59418"/>
                    <a:pt x="24967" y="56172"/>
                    <a:pt x="24122" y="53670"/>
                  </a:cubicBezTo>
                  <a:cubicBezTo>
                    <a:pt x="23885" y="52994"/>
                    <a:pt x="23632" y="52300"/>
                    <a:pt x="23396" y="51624"/>
                  </a:cubicBezTo>
                  <a:cubicBezTo>
                    <a:pt x="22600" y="49444"/>
                    <a:pt x="21789" y="47195"/>
                    <a:pt x="21536" y="44846"/>
                  </a:cubicBezTo>
                  <a:cubicBezTo>
                    <a:pt x="21282" y="42226"/>
                    <a:pt x="21773" y="40096"/>
                    <a:pt x="23057" y="38304"/>
                  </a:cubicBezTo>
                  <a:cubicBezTo>
                    <a:pt x="23396" y="37831"/>
                    <a:pt x="23767" y="37391"/>
                    <a:pt x="24122" y="36952"/>
                  </a:cubicBezTo>
                  <a:cubicBezTo>
                    <a:pt x="24680" y="36259"/>
                    <a:pt x="25271" y="35532"/>
                    <a:pt x="25728" y="34754"/>
                  </a:cubicBezTo>
                  <a:cubicBezTo>
                    <a:pt x="27638" y="31441"/>
                    <a:pt x="26826" y="28078"/>
                    <a:pt x="25947" y="24511"/>
                  </a:cubicBezTo>
                  <a:cubicBezTo>
                    <a:pt x="25187" y="21434"/>
                    <a:pt x="24410" y="18274"/>
                    <a:pt x="25508" y="15130"/>
                  </a:cubicBezTo>
                  <a:cubicBezTo>
                    <a:pt x="25812" y="14267"/>
                    <a:pt x="26218" y="13439"/>
                    <a:pt x="26623" y="12644"/>
                  </a:cubicBezTo>
                  <a:cubicBezTo>
                    <a:pt x="26860" y="12155"/>
                    <a:pt x="27097" y="11647"/>
                    <a:pt x="27317" y="11157"/>
                  </a:cubicBezTo>
                  <a:cubicBezTo>
                    <a:pt x="28162" y="9213"/>
                    <a:pt x="28348" y="6745"/>
                    <a:pt x="27790" y="4530"/>
                  </a:cubicBezTo>
                  <a:cubicBezTo>
                    <a:pt x="27317" y="2637"/>
                    <a:pt x="26150" y="1082"/>
                    <a:pt x="24663" y="390"/>
                  </a:cubicBezTo>
                  <a:cubicBezTo>
                    <a:pt x="24105" y="135"/>
                    <a:pt x="23531" y="0"/>
                    <a:pt x="2299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7" name="Google Shape;1617;p78"/>
            <p:cNvGrpSpPr/>
            <p:nvPr/>
          </p:nvGrpSpPr>
          <p:grpSpPr>
            <a:xfrm>
              <a:off x="4572002" y="983473"/>
              <a:ext cx="3648694" cy="3149998"/>
              <a:chOff x="775925" y="238125"/>
              <a:chExt cx="6067000" cy="5237775"/>
            </a:xfrm>
          </p:grpSpPr>
          <p:sp>
            <p:nvSpPr>
              <p:cNvPr id="1618" name="Google Shape;1618;p78"/>
              <p:cNvSpPr/>
              <p:nvPr/>
            </p:nvSpPr>
            <p:spPr>
              <a:xfrm>
                <a:off x="1947300" y="238125"/>
                <a:ext cx="2584400" cy="5237775"/>
              </a:xfrm>
              <a:custGeom>
                <a:avLst/>
                <a:gdLst/>
                <a:ahLst/>
                <a:cxnLst/>
                <a:rect l="l" t="t" r="r" b="b"/>
                <a:pathLst>
                  <a:path w="103376" h="209511" extrusionOk="0">
                    <a:moveTo>
                      <a:pt x="11629" y="0"/>
                    </a:moveTo>
                    <a:cubicBezTo>
                      <a:pt x="5223" y="0"/>
                      <a:pt x="1" y="5222"/>
                      <a:pt x="1" y="11644"/>
                    </a:cubicBezTo>
                    <a:lnTo>
                      <a:pt x="1" y="197851"/>
                    </a:lnTo>
                    <a:cubicBezTo>
                      <a:pt x="1" y="204273"/>
                      <a:pt x="5223" y="209510"/>
                      <a:pt x="11629" y="209510"/>
                    </a:cubicBezTo>
                    <a:lnTo>
                      <a:pt x="91748" y="209510"/>
                    </a:lnTo>
                    <a:cubicBezTo>
                      <a:pt x="98170" y="209510"/>
                      <a:pt x="103376" y="204273"/>
                      <a:pt x="103376" y="197851"/>
                    </a:cubicBezTo>
                    <a:lnTo>
                      <a:pt x="103376" y="11644"/>
                    </a:lnTo>
                    <a:cubicBezTo>
                      <a:pt x="103376" y="5222"/>
                      <a:pt x="98170" y="0"/>
                      <a:pt x="917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78"/>
              <p:cNvSpPr/>
              <p:nvPr/>
            </p:nvSpPr>
            <p:spPr>
              <a:xfrm>
                <a:off x="2001075" y="3034875"/>
                <a:ext cx="2476850" cy="2367350"/>
              </a:xfrm>
              <a:custGeom>
                <a:avLst/>
                <a:gdLst/>
                <a:ahLst/>
                <a:cxnLst/>
                <a:rect l="l" t="t" r="r" b="b"/>
                <a:pathLst>
                  <a:path w="99074" h="94694" extrusionOk="0">
                    <a:moveTo>
                      <a:pt x="1" y="1"/>
                    </a:moveTo>
                    <a:lnTo>
                      <a:pt x="1" y="84609"/>
                    </a:lnTo>
                    <a:cubicBezTo>
                      <a:pt x="1" y="90173"/>
                      <a:pt x="4506" y="94693"/>
                      <a:pt x="10070" y="94693"/>
                    </a:cubicBezTo>
                    <a:lnTo>
                      <a:pt x="89020" y="94693"/>
                    </a:lnTo>
                    <a:cubicBezTo>
                      <a:pt x="94570" y="94693"/>
                      <a:pt x="99074" y="90173"/>
                      <a:pt x="99074" y="84609"/>
                    </a:cubicBezTo>
                    <a:lnTo>
                      <a:pt x="99074" y="1"/>
                    </a:lnTo>
                    <a:close/>
                  </a:path>
                </a:pathLst>
              </a:cu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099331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Google Shape;1620;p78"/>
              <p:cNvSpPr/>
              <p:nvPr/>
            </p:nvSpPr>
            <p:spPr>
              <a:xfrm>
                <a:off x="2236850" y="3453400"/>
                <a:ext cx="2041200" cy="1498350"/>
              </a:xfrm>
              <a:custGeom>
                <a:avLst/>
                <a:gdLst/>
                <a:ahLst/>
                <a:cxnLst/>
                <a:rect l="l" t="t" r="r" b="b"/>
                <a:pathLst>
                  <a:path w="81648" h="59934" extrusionOk="0">
                    <a:moveTo>
                      <a:pt x="3944" y="1"/>
                    </a:moveTo>
                    <a:cubicBezTo>
                      <a:pt x="1761" y="1"/>
                      <a:pt x="1" y="1762"/>
                      <a:pt x="1" y="3944"/>
                    </a:cubicBezTo>
                    <a:lnTo>
                      <a:pt x="1" y="55991"/>
                    </a:lnTo>
                    <a:cubicBezTo>
                      <a:pt x="1" y="58173"/>
                      <a:pt x="1761" y="59934"/>
                      <a:pt x="3944" y="59934"/>
                    </a:cubicBezTo>
                    <a:lnTo>
                      <a:pt x="77703" y="59934"/>
                    </a:lnTo>
                    <a:cubicBezTo>
                      <a:pt x="79885" y="59934"/>
                      <a:pt x="81647" y="58173"/>
                      <a:pt x="81647" y="55991"/>
                    </a:cubicBezTo>
                    <a:lnTo>
                      <a:pt x="81647" y="3944"/>
                    </a:lnTo>
                    <a:cubicBezTo>
                      <a:pt x="81647" y="1762"/>
                      <a:pt x="79885" y="1"/>
                      <a:pt x="7770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Google Shape;1621;p78"/>
              <p:cNvSpPr/>
              <p:nvPr/>
            </p:nvSpPr>
            <p:spPr>
              <a:xfrm>
                <a:off x="2462450" y="3643575"/>
                <a:ext cx="728750" cy="590000"/>
              </a:xfrm>
              <a:custGeom>
                <a:avLst/>
                <a:gdLst/>
                <a:ahLst/>
                <a:cxnLst/>
                <a:rect l="l" t="t" r="r" b="b"/>
                <a:pathLst>
                  <a:path w="29150" h="23600" extrusionOk="0">
                    <a:moveTo>
                      <a:pt x="1607" y="0"/>
                    </a:moveTo>
                    <a:cubicBezTo>
                      <a:pt x="718" y="0"/>
                      <a:pt x="1" y="717"/>
                      <a:pt x="1" y="1590"/>
                    </a:cubicBezTo>
                    <a:lnTo>
                      <a:pt x="1" y="21994"/>
                    </a:lnTo>
                    <a:cubicBezTo>
                      <a:pt x="1" y="22883"/>
                      <a:pt x="718" y="23600"/>
                      <a:pt x="1607" y="23600"/>
                    </a:cubicBezTo>
                    <a:lnTo>
                      <a:pt x="27559" y="23600"/>
                    </a:lnTo>
                    <a:cubicBezTo>
                      <a:pt x="28449" y="23600"/>
                      <a:pt x="29149" y="22883"/>
                      <a:pt x="29149" y="21994"/>
                    </a:cubicBezTo>
                    <a:lnTo>
                      <a:pt x="29149" y="1590"/>
                    </a:lnTo>
                    <a:cubicBezTo>
                      <a:pt x="29149" y="717"/>
                      <a:pt x="28449" y="0"/>
                      <a:pt x="2755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Google Shape;1622;p78"/>
              <p:cNvSpPr/>
              <p:nvPr/>
            </p:nvSpPr>
            <p:spPr>
              <a:xfrm>
                <a:off x="3323300" y="3643575"/>
                <a:ext cx="728725" cy="590000"/>
              </a:xfrm>
              <a:custGeom>
                <a:avLst/>
                <a:gdLst/>
                <a:ahLst/>
                <a:cxnLst/>
                <a:rect l="l" t="t" r="r" b="b"/>
                <a:pathLst>
                  <a:path w="29149" h="23600" extrusionOk="0">
                    <a:moveTo>
                      <a:pt x="1605" y="0"/>
                    </a:moveTo>
                    <a:cubicBezTo>
                      <a:pt x="717" y="0"/>
                      <a:pt x="0" y="717"/>
                      <a:pt x="0" y="1590"/>
                    </a:cubicBezTo>
                    <a:lnTo>
                      <a:pt x="0" y="21994"/>
                    </a:lnTo>
                    <a:cubicBezTo>
                      <a:pt x="0" y="22883"/>
                      <a:pt x="717" y="23600"/>
                      <a:pt x="1605" y="23600"/>
                    </a:cubicBezTo>
                    <a:lnTo>
                      <a:pt x="27558" y="23600"/>
                    </a:lnTo>
                    <a:cubicBezTo>
                      <a:pt x="28446" y="23600"/>
                      <a:pt x="29148" y="22883"/>
                      <a:pt x="29148" y="21994"/>
                    </a:cubicBezTo>
                    <a:lnTo>
                      <a:pt x="29148" y="1590"/>
                    </a:lnTo>
                    <a:cubicBezTo>
                      <a:pt x="29148" y="717"/>
                      <a:pt x="28446" y="0"/>
                      <a:pt x="275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Google Shape;1623;p78"/>
              <p:cNvSpPr/>
              <p:nvPr/>
            </p:nvSpPr>
            <p:spPr>
              <a:xfrm>
                <a:off x="2462450" y="4374225"/>
                <a:ext cx="1589575" cy="62775"/>
              </a:xfrm>
              <a:custGeom>
                <a:avLst/>
                <a:gdLst/>
                <a:ahLst/>
                <a:cxnLst/>
                <a:rect l="l" t="t" r="r" b="b"/>
                <a:pathLst>
                  <a:path w="63583" h="2511" extrusionOk="0">
                    <a:moveTo>
                      <a:pt x="1248" y="0"/>
                    </a:moveTo>
                    <a:cubicBezTo>
                      <a:pt x="562" y="0"/>
                      <a:pt x="1" y="561"/>
                      <a:pt x="1" y="1263"/>
                    </a:cubicBezTo>
                    <a:cubicBezTo>
                      <a:pt x="1" y="1949"/>
                      <a:pt x="562" y="2510"/>
                      <a:pt x="1248" y="2510"/>
                    </a:cubicBezTo>
                    <a:lnTo>
                      <a:pt x="62335" y="2510"/>
                    </a:lnTo>
                    <a:cubicBezTo>
                      <a:pt x="63036" y="2510"/>
                      <a:pt x="63582" y="1949"/>
                      <a:pt x="63582" y="1263"/>
                    </a:cubicBezTo>
                    <a:cubicBezTo>
                      <a:pt x="63582" y="561"/>
                      <a:pt x="63036" y="0"/>
                      <a:pt x="623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78"/>
              <p:cNvSpPr/>
              <p:nvPr/>
            </p:nvSpPr>
            <p:spPr>
              <a:xfrm>
                <a:off x="2462450" y="4536725"/>
                <a:ext cx="1589575" cy="62750"/>
              </a:xfrm>
              <a:custGeom>
                <a:avLst/>
                <a:gdLst/>
                <a:ahLst/>
                <a:cxnLst/>
                <a:rect l="l" t="t" r="r" b="b"/>
                <a:pathLst>
                  <a:path w="63583" h="2510" extrusionOk="0">
                    <a:moveTo>
                      <a:pt x="1248" y="1"/>
                    </a:moveTo>
                    <a:cubicBezTo>
                      <a:pt x="562" y="1"/>
                      <a:pt x="1" y="562"/>
                      <a:pt x="1" y="1248"/>
                    </a:cubicBezTo>
                    <a:cubicBezTo>
                      <a:pt x="1" y="1948"/>
                      <a:pt x="562" y="2510"/>
                      <a:pt x="1248" y="2510"/>
                    </a:cubicBezTo>
                    <a:lnTo>
                      <a:pt x="62335" y="2510"/>
                    </a:lnTo>
                    <a:cubicBezTo>
                      <a:pt x="63036" y="2510"/>
                      <a:pt x="63582" y="1948"/>
                      <a:pt x="63582" y="1248"/>
                    </a:cubicBezTo>
                    <a:cubicBezTo>
                      <a:pt x="63582" y="562"/>
                      <a:pt x="63036" y="1"/>
                      <a:pt x="623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78"/>
              <p:cNvSpPr/>
              <p:nvPr/>
            </p:nvSpPr>
            <p:spPr>
              <a:xfrm>
                <a:off x="2462450" y="4699200"/>
                <a:ext cx="603275" cy="62375"/>
              </a:xfrm>
              <a:custGeom>
                <a:avLst/>
                <a:gdLst/>
                <a:ahLst/>
                <a:cxnLst/>
                <a:rect l="l" t="t" r="r" b="b"/>
                <a:pathLst>
                  <a:path w="24131" h="2495" extrusionOk="0">
                    <a:moveTo>
                      <a:pt x="1248" y="1"/>
                    </a:moveTo>
                    <a:cubicBezTo>
                      <a:pt x="562" y="1"/>
                      <a:pt x="1" y="562"/>
                      <a:pt x="1" y="1248"/>
                    </a:cubicBezTo>
                    <a:cubicBezTo>
                      <a:pt x="1" y="1934"/>
                      <a:pt x="562" y="2495"/>
                      <a:pt x="1248" y="2495"/>
                    </a:cubicBezTo>
                    <a:lnTo>
                      <a:pt x="22883" y="2495"/>
                    </a:lnTo>
                    <a:cubicBezTo>
                      <a:pt x="23569" y="2495"/>
                      <a:pt x="24130" y="1934"/>
                      <a:pt x="24130" y="1248"/>
                    </a:cubicBezTo>
                    <a:cubicBezTo>
                      <a:pt x="24130" y="562"/>
                      <a:pt x="23569" y="1"/>
                      <a:pt x="2288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78"/>
              <p:cNvSpPr/>
              <p:nvPr/>
            </p:nvSpPr>
            <p:spPr>
              <a:xfrm>
                <a:off x="2001075" y="311775"/>
                <a:ext cx="2476850" cy="365550"/>
              </a:xfrm>
              <a:custGeom>
                <a:avLst/>
                <a:gdLst/>
                <a:ahLst/>
                <a:cxnLst/>
                <a:rect l="l" t="t" r="r" b="b"/>
                <a:pathLst>
                  <a:path w="99074" h="14622" extrusionOk="0">
                    <a:moveTo>
                      <a:pt x="10070" y="1"/>
                    </a:moveTo>
                    <a:cubicBezTo>
                      <a:pt x="4506" y="1"/>
                      <a:pt x="1" y="4505"/>
                      <a:pt x="1" y="10070"/>
                    </a:cubicBezTo>
                    <a:lnTo>
                      <a:pt x="1" y="14622"/>
                    </a:lnTo>
                    <a:lnTo>
                      <a:pt x="99074" y="14622"/>
                    </a:lnTo>
                    <a:lnTo>
                      <a:pt x="99074" y="10070"/>
                    </a:lnTo>
                    <a:cubicBezTo>
                      <a:pt x="99074" y="4505"/>
                      <a:pt x="94570" y="1"/>
                      <a:pt x="89020" y="1"/>
                    </a:cubicBezTo>
                    <a:lnTo>
                      <a:pt x="54432" y="1"/>
                    </a:lnTo>
                    <a:cubicBezTo>
                      <a:pt x="52983" y="1"/>
                      <a:pt x="51704" y="905"/>
                      <a:pt x="51237" y="2276"/>
                    </a:cubicBezTo>
                    <a:cubicBezTo>
                      <a:pt x="50987" y="2993"/>
                      <a:pt x="50302" y="3476"/>
                      <a:pt x="49537" y="3476"/>
                    </a:cubicBezTo>
                    <a:cubicBezTo>
                      <a:pt x="48774" y="3476"/>
                      <a:pt x="48103" y="2993"/>
                      <a:pt x="47854" y="2276"/>
                    </a:cubicBezTo>
                    <a:cubicBezTo>
                      <a:pt x="47371" y="905"/>
                      <a:pt x="46093" y="1"/>
                      <a:pt x="4465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78"/>
              <p:cNvSpPr/>
              <p:nvPr/>
            </p:nvSpPr>
            <p:spPr>
              <a:xfrm>
                <a:off x="2001075" y="677300"/>
                <a:ext cx="2476850" cy="2357600"/>
              </a:xfrm>
              <a:custGeom>
                <a:avLst/>
                <a:gdLst/>
                <a:ahLst/>
                <a:cxnLst/>
                <a:rect l="l" t="t" r="r" b="b"/>
                <a:pathLst>
                  <a:path w="99074" h="94304" extrusionOk="0">
                    <a:moveTo>
                      <a:pt x="1" y="1"/>
                    </a:moveTo>
                    <a:lnTo>
                      <a:pt x="1" y="94304"/>
                    </a:lnTo>
                    <a:lnTo>
                      <a:pt x="99074" y="94304"/>
                    </a:lnTo>
                    <a:lnTo>
                      <a:pt x="9907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78"/>
              <p:cNvSpPr/>
              <p:nvPr/>
            </p:nvSpPr>
            <p:spPr>
              <a:xfrm>
                <a:off x="2714975" y="1167900"/>
                <a:ext cx="1049050" cy="1051400"/>
              </a:xfrm>
              <a:custGeom>
                <a:avLst/>
                <a:gdLst/>
                <a:ahLst/>
                <a:cxnLst/>
                <a:rect l="l" t="t" r="r" b="b"/>
                <a:pathLst>
                  <a:path w="41962" h="42056" extrusionOk="0">
                    <a:moveTo>
                      <a:pt x="20981" y="0"/>
                    </a:moveTo>
                    <a:cubicBezTo>
                      <a:pt x="9415" y="0"/>
                      <a:pt x="1" y="9431"/>
                      <a:pt x="1" y="21028"/>
                    </a:cubicBezTo>
                    <a:cubicBezTo>
                      <a:pt x="1" y="32625"/>
                      <a:pt x="9415" y="42055"/>
                      <a:pt x="20981" y="42055"/>
                    </a:cubicBezTo>
                    <a:cubicBezTo>
                      <a:pt x="32563" y="42055"/>
                      <a:pt x="41962" y="32625"/>
                      <a:pt x="41962" y="21028"/>
                    </a:cubicBezTo>
                    <a:cubicBezTo>
                      <a:pt x="41962" y="9431"/>
                      <a:pt x="32563" y="0"/>
                      <a:pt x="209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200025" dist="19050" dir="5400000" algn="bl" rotWithShape="0">
                  <a:schemeClr val="dk1">
                    <a:alpha val="32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78"/>
              <p:cNvSpPr/>
              <p:nvPr/>
            </p:nvSpPr>
            <p:spPr>
              <a:xfrm>
                <a:off x="3052850" y="1319100"/>
                <a:ext cx="373725" cy="374525"/>
              </a:xfrm>
              <a:custGeom>
                <a:avLst/>
                <a:gdLst/>
                <a:ahLst/>
                <a:cxnLst/>
                <a:rect l="l" t="t" r="r" b="b"/>
                <a:pathLst>
                  <a:path w="14949" h="14981" extrusionOk="0">
                    <a:moveTo>
                      <a:pt x="7466" y="0"/>
                    </a:moveTo>
                    <a:cubicBezTo>
                      <a:pt x="3336" y="0"/>
                      <a:pt x="0" y="3352"/>
                      <a:pt x="0" y="7482"/>
                    </a:cubicBezTo>
                    <a:cubicBezTo>
                      <a:pt x="0" y="11628"/>
                      <a:pt x="3336" y="14980"/>
                      <a:pt x="7466" y="14980"/>
                    </a:cubicBezTo>
                    <a:cubicBezTo>
                      <a:pt x="11597" y="14980"/>
                      <a:pt x="14948" y="11628"/>
                      <a:pt x="14948" y="7482"/>
                    </a:cubicBezTo>
                    <a:cubicBezTo>
                      <a:pt x="14948" y="3352"/>
                      <a:pt x="11597" y="0"/>
                      <a:pt x="746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78"/>
              <p:cNvSpPr/>
              <p:nvPr/>
            </p:nvSpPr>
            <p:spPr>
              <a:xfrm>
                <a:off x="2880600" y="1774650"/>
                <a:ext cx="718200" cy="411900"/>
              </a:xfrm>
              <a:custGeom>
                <a:avLst/>
                <a:gdLst/>
                <a:ahLst/>
                <a:cxnLst/>
                <a:rect l="l" t="t" r="r" b="b"/>
                <a:pathLst>
                  <a:path w="28728" h="16476" extrusionOk="0">
                    <a:moveTo>
                      <a:pt x="14356" y="1"/>
                    </a:moveTo>
                    <a:cubicBezTo>
                      <a:pt x="7716" y="1"/>
                      <a:pt x="2090" y="4255"/>
                      <a:pt x="1" y="10195"/>
                    </a:cubicBezTo>
                    <a:cubicBezTo>
                      <a:pt x="3586" y="14044"/>
                      <a:pt x="8682" y="16476"/>
                      <a:pt x="14356" y="16476"/>
                    </a:cubicBezTo>
                    <a:cubicBezTo>
                      <a:pt x="20030" y="16476"/>
                      <a:pt x="25143" y="14044"/>
                      <a:pt x="28728" y="10195"/>
                    </a:cubicBezTo>
                    <a:cubicBezTo>
                      <a:pt x="26639" y="4255"/>
                      <a:pt x="20996" y="1"/>
                      <a:pt x="143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78"/>
              <p:cNvSpPr/>
              <p:nvPr/>
            </p:nvSpPr>
            <p:spPr>
              <a:xfrm>
                <a:off x="2796425" y="2406725"/>
                <a:ext cx="829275" cy="70950"/>
              </a:xfrm>
              <a:custGeom>
                <a:avLst/>
                <a:gdLst/>
                <a:ahLst/>
                <a:cxnLst/>
                <a:rect l="l" t="t" r="r" b="b"/>
                <a:pathLst>
                  <a:path w="33171" h="2838" extrusionOk="0">
                    <a:moveTo>
                      <a:pt x="1419" y="0"/>
                    </a:moveTo>
                    <a:cubicBezTo>
                      <a:pt x="639" y="0"/>
                      <a:pt x="1" y="639"/>
                      <a:pt x="1" y="1418"/>
                    </a:cubicBezTo>
                    <a:cubicBezTo>
                      <a:pt x="1" y="2197"/>
                      <a:pt x="639" y="2837"/>
                      <a:pt x="1419" y="2837"/>
                    </a:cubicBezTo>
                    <a:lnTo>
                      <a:pt x="31768" y="2837"/>
                    </a:lnTo>
                    <a:cubicBezTo>
                      <a:pt x="32547" y="2837"/>
                      <a:pt x="33171" y="2197"/>
                      <a:pt x="33171" y="1418"/>
                    </a:cubicBezTo>
                    <a:cubicBezTo>
                      <a:pt x="33171" y="639"/>
                      <a:pt x="32547" y="0"/>
                      <a:pt x="3176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Google Shape;1632;p78"/>
              <p:cNvSpPr/>
              <p:nvPr/>
            </p:nvSpPr>
            <p:spPr>
              <a:xfrm>
                <a:off x="2962825" y="2584775"/>
                <a:ext cx="496875" cy="70950"/>
              </a:xfrm>
              <a:custGeom>
                <a:avLst/>
                <a:gdLst/>
                <a:ahLst/>
                <a:cxnLst/>
                <a:rect l="l" t="t" r="r" b="b"/>
                <a:pathLst>
                  <a:path w="19875" h="2838" extrusionOk="0">
                    <a:moveTo>
                      <a:pt x="1403" y="1"/>
                    </a:moveTo>
                    <a:cubicBezTo>
                      <a:pt x="624" y="1"/>
                      <a:pt x="0" y="641"/>
                      <a:pt x="0" y="1420"/>
                    </a:cubicBezTo>
                    <a:cubicBezTo>
                      <a:pt x="0" y="2199"/>
                      <a:pt x="624" y="2838"/>
                      <a:pt x="1403" y="2838"/>
                    </a:cubicBezTo>
                    <a:lnTo>
                      <a:pt x="18456" y="2838"/>
                    </a:lnTo>
                    <a:cubicBezTo>
                      <a:pt x="19235" y="2838"/>
                      <a:pt x="19875" y="2199"/>
                      <a:pt x="19875" y="1420"/>
                    </a:cubicBezTo>
                    <a:cubicBezTo>
                      <a:pt x="19875" y="641"/>
                      <a:pt x="19235" y="1"/>
                      <a:pt x="1845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Google Shape;1633;p78"/>
              <p:cNvSpPr/>
              <p:nvPr/>
            </p:nvSpPr>
            <p:spPr>
              <a:xfrm>
                <a:off x="5732300" y="4325125"/>
                <a:ext cx="1017100" cy="133700"/>
              </a:xfrm>
              <a:custGeom>
                <a:avLst/>
                <a:gdLst/>
                <a:ahLst/>
                <a:cxnLst/>
                <a:rect l="l" t="t" r="r" b="b"/>
                <a:pathLst>
                  <a:path w="40684" h="5348" extrusionOk="0">
                    <a:moveTo>
                      <a:pt x="2682" y="0"/>
                    </a:moveTo>
                    <a:cubicBezTo>
                      <a:pt x="1201" y="0"/>
                      <a:pt x="1" y="1201"/>
                      <a:pt x="1" y="2681"/>
                    </a:cubicBezTo>
                    <a:cubicBezTo>
                      <a:pt x="1" y="4163"/>
                      <a:pt x="1201" y="5347"/>
                      <a:pt x="2682" y="5347"/>
                    </a:cubicBezTo>
                    <a:lnTo>
                      <a:pt x="38003" y="5347"/>
                    </a:lnTo>
                    <a:cubicBezTo>
                      <a:pt x="39483" y="5347"/>
                      <a:pt x="40684" y="4163"/>
                      <a:pt x="40684" y="2681"/>
                    </a:cubicBezTo>
                    <a:cubicBezTo>
                      <a:pt x="40684" y="1201"/>
                      <a:pt x="39483" y="0"/>
                      <a:pt x="3800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8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Google Shape;1634;p78"/>
              <p:cNvSpPr/>
              <p:nvPr/>
            </p:nvSpPr>
            <p:spPr>
              <a:xfrm>
                <a:off x="5732300" y="4604900"/>
                <a:ext cx="512450" cy="133700"/>
              </a:xfrm>
              <a:custGeom>
                <a:avLst/>
                <a:gdLst/>
                <a:ahLst/>
                <a:cxnLst/>
                <a:rect l="l" t="t" r="r" b="b"/>
                <a:pathLst>
                  <a:path w="20498" h="5348" extrusionOk="0">
                    <a:moveTo>
                      <a:pt x="2682" y="1"/>
                    </a:moveTo>
                    <a:cubicBezTo>
                      <a:pt x="1201" y="1"/>
                      <a:pt x="1" y="1202"/>
                      <a:pt x="1" y="2682"/>
                    </a:cubicBezTo>
                    <a:cubicBezTo>
                      <a:pt x="1" y="4163"/>
                      <a:pt x="1201" y="5348"/>
                      <a:pt x="2682" y="5348"/>
                    </a:cubicBezTo>
                    <a:lnTo>
                      <a:pt x="17817" y="5348"/>
                    </a:lnTo>
                    <a:cubicBezTo>
                      <a:pt x="19298" y="5348"/>
                      <a:pt x="20498" y="4163"/>
                      <a:pt x="20498" y="2682"/>
                    </a:cubicBezTo>
                    <a:cubicBezTo>
                      <a:pt x="20498" y="1202"/>
                      <a:pt x="19298" y="1"/>
                      <a:pt x="1781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38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Google Shape;1635;p78"/>
              <p:cNvSpPr/>
              <p:nvPr/>
            </p:nvSpPr>
            <p:spPr>
              <a:xfrm>
                <a:off x="4079650" y="1137125"/>
                <a:ext cx="1760625" cy="2495925"/>
              </a:xfrm>
              <a:custGeom>
                <a:avLst/>
                <a:gdLst/>
                <a:ahLst/>
                <a:cxnLst/>
                <a:rect l="l" t="t" r="r" b="b"/>
                <a:pathLst>
                  <a:path w="70425" h="99837" extrusionOk="0">
                    <a:moveTo>
                      <a:pt x="4084" y="1"/>
                    </a:moveTo>
                    <a:cubicBezTo>
                      <a:pt x="1840" y="1"/>
                      <a:pt x="0" y="1824"/>
                      <a:pt x="0" y="4085"/>
                    </a:cubicBezTo>
                    <a:lnTo>
                      <a:pt x="0" y="95753"/>
                    </a:lnTo>
                    <a:cubicBezTo>
                      <a:pt x="0" y="97998"/>
                      <a:pt x="1840" y="99837"/>
                      <a:pt x="4084" y="99837"/>
                    </a:cubicBezTo>
                    <a:lnTo>
                      <a:pt x="66340" y="99837"/>
                    </a:lnTo>
                    <a:cubicBezTo>
                      <a:pt x="68601" y="99837"/>
                      <a:pt x="70424" y="97998"/>
                      <a:pt x="70424" y="95753"/>
                    </a:cubicBezTo>
                    <a:lnTo>
                      <a:pt x="70424" y="4085"/>
                    </a:lnTo>
                    <a:cubicBezTo>
                      <a:pt x="70424" y="1824"/>
                      <a:pt x="68601" y="1"/>
                      <a:pt x="6634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214313" dist="19050" dir="12780000" algn="bl" rotWithShape="0">
                  <a:schemeClr val="dk1">
                    <a:alpha val="4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Google Shape;1636;p78"/>
              <p:cNvSpPr/>
              <p:nvPr/>
            </p:nvSpPr>
            <p:spPr>
              <a:xfrm>
                <a:off x="4445175" y="1505375"/>
                <a:ext cx="1036975" cy="1232975"/>
              </a:xfrm>
              <a:custGeom>
                <a:avLst/>
                <a:gdLst/>
                <a:ahLst/>
                <a:cxnLst/>
                <a:rect l="l" t="t" r="r" b="b"/>
                <a:pathLst>
                  <a:path w="41479" h="49319" extrusionOk="0">
                    <a:moveTo>
                      <a:pt x="20732" y="13966"/>
                    </a:moveTo>
                    <a:cubicBezTo>
                      <a:pt x="17895" y="13966"/>
                      <a:pt x="15604" y="16273"/>
                      <a:pt x="15604" y="19126"/>
                    </a:cubicBezTo>
                    <a:cubicBezTo>
                      <a:pt x="15604" y="21090"/>
                      <a:pt x="16695" y="22789"/>
                      <a:pt x="18300" y="23662"/>
                    </a:cubicBezTo>
                    <a:lnTo>
                      <a:pt x="18300" y="29632"/>
                    </a:lnTo>
                    <a:cubicBezTo>
                      <a:pt x="18300" y="30910"/>
                      <a:pt x="19345" y="31954"/>
                      <a:pt x="20638" y="31954"/>
                    </a:cubicBezTo>
                    <a:cubicBezTo>
                      <a:pt x="21916" y="31954"/>
                      <a:pt x="22961" y="30910"/>
                      <a:pt x="22961" y="29632"/>
                    </a:cubicBezTo>
                    <a:lnTo>
                      <a:pt x="22961" y="23755"/>
                    </a:lnTo>
                    <a:cubicBezTo>
                      <a:pt x="24676" y="22930"/>
                      <a:pt x="25875" y="21168"/>
                      <a:pt x="25875" y="19126"/>
                    </a:cubicBezTo>
                    <a:cubicBezTo>
                      <a:pt x="25875" y="16273"/>
                      <a:pt x="23568" y="13966"/>
                      <a:pt x="20732" y="13966"/>
                    </a:cubicBezTo>
                    <a:close/>
                    <a:moveTo>
                      <a:pt x="29398" y="3398"/>
                    </a:moveTo>
                    <a:cubicBezTo>
                      <a:pt x="30115" y="7856"/>
                      <a:pt x="33638" y="11379"/>
                      <a:pt x="38081" y="12096"/>
                    </a:cubicBezTo>
                    <a:lnTo>
                      <a:pt x="38081" y="23491"/>
                    </a:lnTo>
                    <a:cubicBezTo>
                      <a:pt x="38081" y="33793"/>
                      <a:pt x="27824" y="43536"/>
                      <a:pt x="20732" y="45781"/>
                    </a:cubicBezTo>
                    <a:cubicBezTo>
                      <a:pt x="13655" y="43536"/>
                      <a:pt x="3383" y="33793"/>
                      <a:pt x="3383" y="23491"/>
                    </a:cubicBezTo>
                    <a:lnTo>
                      <a:pt x="3383" y="12096"/>
                    </a:lnTo>
                    <a:cubicBezTo>
                      <a:pt x="7825" y="11379"/>
                      <a:pt x="11348" y="7856"/>
                      <a:pt x="12065" y="3398"/>
                    </a:cubicBezTo>
                    <a:close/>
                    <a:moveTo>
                      <a:pt x="8823" y="0"/>
                    </a:moveTo>
                    <a:lnTo>
                      <a:pt x="8823" y="1700"/>
                    </a:lnTo>
                    <a:cubicBezTo>
                      <a:pt x="8823" y="5643"/>
                      <a:pt x="5628" y="8839"/>
                      <a:pt x="1684" y="8839"/>
                    </a:cubicBezTo>
                    <a:lnTo>
                      <a:pt x="0" y="8839"/>
                    </a:lnTo>
                    <a:lnTo>
                      <a:pt x="0" y="23491"/>
                    </a:lnTo>
                    <a:cubicBezTo>
                      <a:pt x="0" y="35757"/>
                      <a:pt x="12003" y="46903"/>
                      <a:pt x="20280" y="49194"/>
                    </a:cubicBezTo>
                    <a:lnTo>
                      <a:pt x="20732" y="49318"/>
                    </a:lnTo>
                    <a:lnTo>
                      <a:pt x="21184" y="49194"/>
                    </a:lnTo>
                    <a:cubicBezTo>
                      <a:pt x="29460" y="46903"/>
                      <a:pt x="41479" y="35757"/>
                      <a:pt x="41479" y="23491"/>
                    </a:cubicBezTo>
                    <a:lnTo>
                      <a:pt x="41479" y="8839"/>
                    </a:lnTo>
                    <a:lnTo>
                      <a:pt x="39779" y="8839"/>
                    </a:lnTo>
                    <a:cubicBezTo>
                      <a:pt x="35851" y="8839"/>
                      <a:pt x="32656" y="5643"/>
                      <a:pt x="32656" y="1700"/>
                    </a:cubicBezTo>
                    <a:lnTo>
                      <a:pt x="32656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Google Shape;1637;p78"/>
              <p:cNvSpPr/>
              <p:nvPr/>
            </p:nvSpPr>
            <p:spPr>
              <a:xfrm>
                <a:off x="4369200" y="2990825"/>
                <a:ext cx="1640975" cy="472325"/>
              </a:xfrm>
              <a:custGeom>
                <a:avLst/>
                <a:gdLst/>
                <a:ahLst/>
                <a:cxnLst/>
                <a:rect l="l" t="t" r="r" b="b"/>
                <a:pathLst>
                  <a:path w="65639" h="18893" extrusionOk="0">
                    <a:moveTo>
                      <a:pt x="2775" y="1"/>
                    </a:moveTo>
                    <a:cubicBezTo>
                      <a:pt x="1247" y="1"/>
                      <a:pt x="0" y="1264"/>
                      <a:pt x="0" y="2792"/>
                    </a:cubicBezTo>
                    <a:lnTo>
                      <a:pt x="0" y="16103"/>
                    </a:lnTo>
                    <a:cubicBezTo>
                      <a:pt x="0" y="17646"/>
                      <a:pt x="1247" y="18893"/>
                      <a:pt x="2775" y="18893"/>
                    </a:cubicBezTo>
                    <a:lnTo>
                      <a:pt x="62849" y="18893"/>
                    </a:lnTo>
                    <a:cubicBezTo>
                      <a:pt x="64391" y="18893"/>
                      <a:pt x="65638" y="17646"/>
                      <a:pt x="65638" y="16103"/>
                    </a:cubicBezTo>
                    <a:lnTo>
                      <a:pt x="65638" y="2792"/>
                    </a:lnTo>
                    <a:cubicBezTo>
                      <a:pt x="65638" y="1264"/>
                      <a:pt x="64391" y="1"/>
                      <a:pt x="6284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Google Shape;1638;p78"/>
              <p:cNvSpPr/>
              <p:nvPr/>
            </p:nvSpPr>
            <p:spPr>
              <a:xfrm>
                <a:off x="4472075" y="3069350"/>
                <a:ext cx="345275" cy="315275"/>
              </a:xfrm>
              <a:custGeom>
                <a:avLst/>
                <a:gdLst/>
                <a:ahLst/>
                <a:cxnLst/>
                <a:rect l="l" t="t" r="r" b="b"/>
                <a:pathLst>
                  <a:path w="13811" h="12611" extrusionOk="0">
                    <a:moveTo>
                      <a:pt x="6907" y="1"/>
                    </a:moveTo>
                    <a:cubicBezTo>
                      <a:pt x="5296" y="1"/>
                      <a:pt x="3687" y="617"/>
                      <a:pt x="2463" y="1848"/>
                    </a:cubicBezTo>
                    <a:cubicBezTo>
                      <a:pt x="1" y="4311"/>
                      <a:pt x="1" y="8301"/>
                      <a:pt x="2463" y="10764"/>
                    </a:cubicBezTo>
                    <a:cubicBezTo>
                      <a:pt x="3687" y="11995"/>
                      <a:pt x="5296" y="12611"/>
                      <a:pt x="6907" y="12611"/>
                    </a:cubicBezTo>
                    <a:cubicBezTo>
                      <a:pt x="8518" y="12611"/>
                      <a:pt x="10132" y="11995"/>
                      <a:pt x="11363" y="10764"/>
                    </a:cubicBezTo>
                    <a:cubicBezTo>
                      <a:pt x="13811" y="8301"/>
                      <a:pt x="13811" y="4311"/>
                      <a:pt x="11363" y="1848"/>
                    </a:cubicBezTo>
                    <a:cubicBezTo>
                      <a:pt x="10132" y="617"/>
                      <a:pt x="8518" y="1"/>
                      <a:pt x="690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Google Shape;1639;p78"/>
              <p:cNvSpPr/>
              <p:nvPr/>
            </p:nvSpPr>
            <p:spPr>
              <a:xfrm>
                <a:off x="4928000" y="3144375"/>
                <a:ext cx="579100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23164" h="1965" extrusionOk="0">
                    <a:moveTo>
                      <a:pt x="998" y="0"/>
                    </a:moveTo>
                    <a:cubicBezTo>
                      <a:pt x="452" y="0"/>
                      <a:pt x="1" y="437"/>
                      <a:pt x="1" y="983"/>
                    </a:cubicBezTo>
                    <a:cubicBezTo>
                      <a:pt x="1" y="1528"/>
                      <a:pt x="452" y="1964"/>
                      <a:pt x="998" y="1964"/>
                    </a:cubicBezTo>
                    <a:lnTo>
                      <a:pt x="22181" y="1964"/>
                    </a:lnTo>
                    <a:cubicBezTo>
                      <a:pt x="22727" y="1964"/>
                      <a:pt x="23163" y="1528"/>
                      <a:pt x="23163" y="983"/>
                    </a:cubicBezTo>
                    <a:cubicBezTo>
                      <a:pt x="23163" y="437"/>
                      <a:pt x="22727" y="0"/>
                      <a:pt x="2218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Google Shape;1640;p78"/>
              <p:cNvSpPr/>
              <p:nvPr/>
            </p:nvSpPr>
            <p:spPr>
              <a:xfrm>
                <a:off x="5569800" y="3144375"/>
                <a:ext cx="289950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11598" h="1965" extrusionOk="0">
                    <a:moveTo>
                      <a:pt x="983" y="0"/>
                    </a:moveTo>
                    <a:cubicBezTo>
                      <a:pt x="437" y="0"/>
                      <a:pt x="0" y="437"/>
                      <a:pt x="0" y="983"/>
                    </a:cubicBezTo>
                    <a:cubicBezTo>
                      <a:pt x="0" y="1528"/>
                      <a:pt x="437" y="1964"/>
                      <a:pt x="983" y="1964"/>
                    </a:cubicBezTo>
                    <a:lnTo>
                      <a:pt x="10616" y="1964"/>
                    </a:lnTo>
                    <a:cubicBezTo>
                      <a:pt x="11161" y="1964"/>
                      <a:pt x="11597" y="1528"/>
                      <a:pt x="11597" y="983"/>
                    </a:cubicBezTo>
                    <a:cubicBezTo>
                      <a:pt x="11597" y="437"/>
                      <a:pt x="11161" y="0"/>
                      <a:pt x="1061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Google Shape;1641;p78"/>
              <p:cNvSpPr/>
              <p:nvPr/>
            </p:nvSpPr>
            <p:spPr>
              <a:xfrm>
                <a:off x="4928000" y="3268700"/>
                <a:ext cx="346850" cy="49500"/>
              </a:xfrm>
              <a:custGeom>
                <a:avLst/>
                <a:gdLst/>
                <a:ahLst/>
                <a:cxnLst/>
                <a:rect l="l" t="t" r="r" b="b"/>
                <a:pathLst>
                  <a:path w="13874" h="1980" extrusionOk="0">
                    <a:moveTo>
                      <a:pt x="998" y="0"/>
                    </a:moveTo>
                    <a:cubicBezTo>
                      <a:pt x="452" y="0"/>
                      <a:pt x="1" y="437"/>
                      <a:pt x="1" y="982"/>
                    </a:cubicBezTo>
                    <a:cubicBezTo>
                      <a:pt x="1" y="1528"/>
                      <a:pt x="452" y="1979"/>
                      <a:pt x="998" y="1979"/>
                    </a:cubicBezTo>
                    <a:lnTo>
                      <a:pt x="12891" y="1979"/>
                    </a:lnTo>
                    <a:cubicBezTo>
                      <a:pt x="13437" y="1979"/>
                      <a:pt x="13873" y="1528"/>
                      <a:pt x="13873" y="982"/>
                    </a:cubicBezTo>
                    <a:cubicBezTo>
                      <a:pt x="13873" y="437"/>
                      <a:pt x="13437" y="0"/>
                      <a:pt x="128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Google Shape;1642;p78"/>
              <p:cNvSpPr/>
              <p:nvPr/>
            </p:nvSpPr>
            <p:spPr>
              <a:xfrm>
                <a:off x="1453175" y="2049775"/>
                <a:ext cx="1194800" cy="1197125"/>
              </a:xfrm>
              <a:custGeom>
                <a:avLst/>
                <a:gdLst/>
                <a:ahLst/>
                <a:cxnLst/>
                <a:rect l="l" t="t" r="r" b="b"/>
                <a:pathLst>
                  <a:path w="47792" h="47885" extrusionOk="0">
                    <a:moveTo>
                      <a:pt x="4631" y="0"/>
                    </a:moveTo>
                    <a:cubicBezTo>
                      <a:pt x="2075" y="0"/>
                      <a:pt x="1" y="2089"/>
                      <a:pt x="1" y="4645"/>
                    </a:cubicBezTo>
                    <a:lnTo>
                      <a:pt x="1" y="43239"/>
                    </a:lnTo>
                    <a:cubicBezTo>
                      <a:pt x="1" y="45796"/>
                      <a:pt x="2075" y="47885"/>
                      <a:pt x="4631" y="47885"/>
                    </a:cubicBezTo>
                    <a:lnTo>
                      <a:pt x="43147" y="47885"/>
                    </a:lnTo>
                    <a:cubicBezTo>
                      <a:pt x="45703" y="47885"/>
                      <a:pt x="47792" y="45796"/>
                      <a:pt x="47792" y="43239"/>
                    </a:cubicBezTo>
                    <a:lnTo>
                      <a:pt x="47792" y="4645"/>
                    </a:lnTo>
                    <a:cubicBezTo>
                      <a:pt x="47792" y="2089"/>
                      <a:pt x="45703" y="0"/>
                      <a:pt x="431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157163" dist="19050" dir="3840000" algn="bl" rotWithShape="0">
                  <a:schemeClr val="dk1">
                    <a:alpha val="3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Google Shape;1643;p78"/>
              <p:cNvSpPr/>
              <p:nvPr/>
            </p:nvSpPr>
            <p:spPr>
              <a:xfrm>
                <a:off x="1499575" y="2096525"/>
                <a:ext cx="1102050" cy="1103975"/>
              </a:xfrm>
              <a:custGeom>
                <a:avLst/>
                <a:gdLst/>
                <a:ahLst/>
                <a:cxnLst/>
                <a:rect l="l" t="t" r="r" b="b"/>
                <a:pathLst>
                  <a:path w="44082" h="44159" extrusionOk="0">
                    <a:moveTo>
                      <a:pt x="2775" y="1"/>
                    </a:moveTo>
                    <a:cubicBezTo>
                      <a:pt x="1247" y="1"/>
                      <a:pt x="0" y="1248"/>
                      <a:pt x="0" y="2775"/>
                    </a:cubicBezTo>
                    <a:lnTo>
                      <a:pt x="0" y="41369"/>
                    </a:lnTo>
                    <a:cubicBezTo>
                      <a:pt x="0" y="42897"/>
                      <a:pt x="1247" y="44159"/>
                      <a:pt x="2775" y="44159"/>
                    </a:cubicBezTo>
                    <a:lnTo>
                      <a:pt x="41291" y="44159"/>
                    </a:lnTo>
                    <a:cubicBezTo>
                      <a:pt x="42818" y="44159"/>
                      <a:pt x="44081" y="42897"/>
                      <a:pt x="44081" y="41369"/>
                    </a:cubicBezTo>
                    <a:lnTo>
                      <a:pt x="44081" y="2775"/>
                    </a:lnTo>
                    <a:cubicBezTo>
                      <a:pt x="44081" y="1248"/>
                      <a:pt x="42818" y="1"/>
                      <a:pt x="4129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Google Shape;1644;p78"/>
              <p:cNvSpPr/>
              <p:nvPr/>
            </p:nvSpPr>
            <p:spPr>
              <a:xfrm>
                <a:off x="1499575" y="2316300"/>
                <a:ext cx="1102050" cy="884200"/>
              </a:xfrm>
              <a:custGeom>
                <a:avLst/>
                <a:gdLst/>
                <a:ahLst/>
                <a:cxnLst/>
                <a:rect l="l" t="t" r="r" b="b"/>
                <a:pathLst>
                  <a:path w="44082" h="35368" extrusionOk="0">
                    <a:moveTo>
                      <a:pt x="13826" y="1"/>
                    </a:moveTo>
                    <a:lnTo>
                      <a:pt x="0" y="20654"/>
                    </a:lnTo>
                    <a:lnTo>
                      <a:pt x="0" y="32578"/>
                    </a:lnTo>
                    <a:cubicBezTo>
                      <a:pt x="0" y="34106"/>
                      <a:pt x="1247" y="35368"/>
                      <a:pt x="2775" y="35368"/>
                    </a:cubicBezTo>
                    <a:lnTo>
                      <a:pt x="41291" y="35368"/>
                    </a:lnTo>
                    <a:cubicBezTo>
                      <a:pt x="42818" y="35368"/>
                      <a:pt x="44081" y="34106"/>
                      <a:pt x="44081" y="32578"/>
                    </a:cubicBezTo>
                    <a:lnTo>
                      <a:pt x="44081" y="26733"/>
                    </a:lnTo>
                    <a:lnTo>
                      <a:pt x="34370" y="12221"/>
                    </a:lnTo>
                    <a:lnTo>
                      <a:pt x="28182" y="21449"/>
                    </a:lnTo>
                    <a:lnTo>
                      <a:pt x="27652" y="20670"/>
                    </a:lnTo>
                    <a:lnTo>
                      <a:pt x="1382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Google Shape;1645;p78"/>
              <p:cNvSpPr/>
              <p:nvPr/>
            </p:nvSpPr>
            <p:spPr>
              <a:xfrm>
                <a:off x="2133200" y="2241875"/>
                <a:ext cx="254100" cy="254500"/>
              </a:xfrm>
              <a:custGeom>
                <a:avLst/>
                <a:gdLst/>
                <a:ahLst/>
                <a:cxnLst/>
                <a:rect l="l" t="t" r="r" b="b"/>
                <a:pathLst>
                  <a:path w="10164" h="10180" extrusionOk="0">
                    <a:moveTo>
                      <a:pt x="5082" y="0"/>
                    </a:moveTo>
                    <a:cubicBezTo>
                      <a:pt x="2276" y="0"/>
                      <a:pt x="0" y="2276"/>
                      <a:pt x="0" y="5098"/>
                    </a:cubicBezTo>
                    <a:cubicBezTo>
                      <a:pt x="0" y="7904"/>
                      <a:pt x="2276" y="10179"/>
                      <a:pt x="5082" y="10179"/>
                    </a:cubicBezTo>
                    <a:cubicBezTo>
                      <a:pt x="7888" y="10179"/>
                      <a:pt x="10163" y="7904"/>
                      <a:pt x="10163" y="5098"/>
                    </a:cubicBezTo>
                    <a:cubicBezTo>
                      <a:pt x="10163" y="2276"/>
                      <a:pt x="7888" y="0"/>
                      <a:pt x="50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Google Shape;1646;p78"/>
              <p:cNvSpPr/>
              <p:nvPr/>
            </p:nvSpPr>
            <p:spPr>
              <a:xfrm>
                <a:off x="5544475" y="456750"/>
                <a:ext cx="1298450" cy="1300775"/>
              </a:xfrm>
              <a:custGeom>
                <a:avLst/>
                <a:gdLst/>
                <a:ahLst/>
                <a:cxnLst/>
                <a:rect l="l" t="t" r="r" b="b"/>
                <a:pathLst>
                  <a:path w="51938" h="52031" extrusionOk="0">
                    <a:moveTo>
                      <a:pt x="4396" y="0"/>
                    </a:moveTo>
                    <a:cubicBezTo>
                      <a:pt x="1965" y="0"/>
                      <a:pt x="1" y="1979"/>
                      <a:pt x="1" y="4411"/>
                    </a:cubicBezTo>
                    <a:lnTo>
                      <a:pt x="1" y="47619"/>
                    </a:lnTo>
                    <a:cubicBezTo>
                      <a:pt x="1" y="50050"/>
                      <a:pt x="1965" y="52031"/>
                      <a:pt x="4396" y="52031"/>
                    </a:cubicBezTo>
                    <a:lnTo>
                      <a:pt x="47526" y="52031"/>
                    </a:lnTo>
                    <a:cubicBezTo>
                      <a:pt x="49958" y="52031"/>
                      <a:pt x="51938" y="50050"/>
                      <a:pt x="51938" y="47619"/>
                    </a:cubicBezTo>
                    <a:lnTo>
                      <a:pt x="51938" y="4411"/>
                    </a:lnTo>
                    <a:cubicBezTo>
                      <a:pt x="51938" y="1979"/>
                      <a:pt x="49958" y="0"/>
                      <a:pt x="4752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371475" dist="19050" dir="5400000" algn="bl" rotWithShape="0">
                  <a:schemeClr val="dk1">
                    <a:alpha val="38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Google Shape;1647;p78"/>
              <p:cNvSpPr/>
              <p:nvPr/>
            </p:nvSpPr>
            <p:spPr>
              <a:xfrm>
                <a:off x="5783750" y="677300"/>
                <a:ext cx="819925" cy="859675"/>
              </a:xfrm>
              <a:custGeom>
                <a:avLst/>
                <a:gdLst/>
                <a:ahLst/>
                <a:cxnLst/>
                <a:rect l="l" t="t" r="r" b="b"/>
                <a:pathLst>
                  <a:path w="32797" h="34387" extrusionOk="0">
                    <a:moveTo>
                      <a:pt x="16398" y="11675"/>
                    </a:moveTo>
                    <a:cubicBezTo>
                      <a:pt x="19437" y="11675"/>
                      <a:pt x="21900" y="14154"/>
                      <a:pt x="21900" y="17193"/>
                    </a:cubicBezTo>
                    <a:cubicBezTo>
                      <a:pt x="21900" y="20233"/>
                      <a:pt x="19437" y="22711"/>
                      <a:pt x="16398" y="22711"/>
                    </a:cubicBezTo>
                    <a:cubicBezTo>
                      <a:pt x="13358" y="22711"/>
                      <a:pt x="10895" y="20233"/>
                      <a:pt x="10895" y="17193"/>
                    </a:cubicBezTo>
                    <a:cubicBezTo>
                      <a:pt x="10895" y="14154"/>
                      <a:pt x="13358" y="11675"/>
                      <a:pt x="16398" y="11675"/>
                    </a:cubicBezTo>
                    <a:close/>
                    <a:moveTo>
                      <a:pt x="13312" y="1"/>
                    </a:moveTo>
                    <a:lnTo>
                      <a:pt x="12314" y="4692"/>
                    </a:lnTo>
                    <a:cubicBezTo>
                      <a:pt x="10552" y="5253"/>
                      <a:pt x="8979" y="6204"/>
                      <a:pt x="7638" y="7404"/>
                    </a:cubicBezTo>
                    <a:lnTo>
                      <a:pt x="3071" y="5924"/>
                    </a:lnTo>
                    <a:lnTo>
                      <a:pt x="0" y="11270"/>
                    </a:lnTo>
                    <a:lnTo>
                      <a:pt x="3538" y="14481"/>
                    </a:lnTo>
                    <a:cubicBezTo>
                      <a:pt x="3351" y="15353"/>
                      <a:pt x="3258" y="16258"/>
                      <a:pt x="3258" y="17193"/>
                    </a:cubicBezTo>
                    <a:cubicBezTo>
                      <a:pt x="3258" y="18128"/>
                      <a:pt x="3351" y="19032"/>
                      <a:pt x="3538" y="19905"/>
                    </a:cubicBezTo>
                    <a:lnTo>
                      <a:pt x="0" y="23116"/>
                    </a:lnTo>
                    <a:lnTo>
                      <a:pt x="3071" y="28463"/>
                    </a:lnTo>
                    <a:lnTo>
                      <a:pt x="7638" y="26982"/>
                    </a:lnTo>
                    <a:cubicBezTo>
                      <a:pt x="8979" y="28182"/>
                      <a:pt x="10552" y="29133"/>
                      <a:pt x="12314" y="29694"/>
                    </a:cubicBezTo>
                    <a:lnTo>
                      <a:pt x="13312" y="34386"/>
                    </a:lnTo>
                    <a:lnTo>
                      <a:pt x="19468" y="34386"/>
                    </a:lnTo>
                    <a:lnTo>
                      <a:pt x="20466" y="29694"/>
                    </a:lnTo>
                    <a:cubicBezTo>
                      <a:pt x="22228" y="29133"/>
                      <a:pt x="23818" y="28182"/>
                      <a:pt x="25158" y="26982"/>
                    </a:cubicBezTo>
                    <a:lnTo>
                      <a:pt x="29710" y="28463"/>
                    </a:lnTo>
                    <a:lnTo>
                      <a:pt x="32796" y="23116"/>
                    </a:lnTo>
                    <a:lnTo>
                      <a:pt x="29242" y="19905"/>
                    </a:lnTo>
                    <a:cubicBezTo>
                      <a:pt x="29429" y="19032"/>
                      <a:pt x="29538" y="18128"/>
                      <a:pt x="29538" y="17193"/>
                    </a:cubicBezTo>
                    <a:cubicBezTo>
                      <a:pt x="29538" y="16258"/>
                      <a:pt x="29429" y="15353"/>
                      <a:pt x="29242" y="14481"/>
                    </a:cubicBezTo>
                    <a:lnTo>
                      <a:pt x="32796" y="11270"/>
                    </a:lnTo>
                    <a:lnTo>
                      <a:pt x="29710" y="5924"/>
                    </a:lnTo>
                    <a:lnTo>
                      <a:pt x="25158" y="7404"/>
                    </a:lnTo>
                    <a:cubicBezTo>
                      <a:pt x="23818" y="6204"/>
                      <a:pt x="22228" y="5253"/>
                      <a:pt x="20466" y="4692"/>
                    </a:cubicBezTo>
                    <a:lnTo>
                      <a:pt x="1946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Google Shape;1648;p78"/>
              <p:cNvSpPr/>
              <p:nvPr/>
            </p:nvSpPr>
            <p:spPr>
              <a:xfrm>
                <a:off x="775925" y="1084125"/>
                <a:ext cx="1736850" cy="307475"/>
              </a:xfrm>
              <a:custGeom>
                <a:avLst/>
                <a:gdLst/>
                <a:ahLst/>
                <a:cxnLst/>
                <a:rect l="l" t="t" r="r" b="b"/>
                <a:pathLst>
                  <a:path w="69474" h="12299" extrusionOk="0">
                    <a:moveTo>
                      <a:pt x="3710" y="1"/>
                    </a:moveTo>
                    <a:cubicBezTo>
                      <a:pt x="1652" y="1"/>
                      <a:pt x="0" y="1668"/>
                      <a:pt x="0" y="3711"/>
                    </a:cubicBezTo>
                    <a:lnTo>
                      <a:pt x="0" y="8589"/>
                    </a:lnTo>
                    <a:cubicBezTo>
                      <a:pt x="0" y="10631"/>
                      <a:pt x="1652" y="12299"/>
                      <a:pt x="3710" y="12299"/>
                    </a:cubicBezTo>
                    <a:lnTo>
                      <a:pt x="65764" y="12299"/>
                    </a:lnTo>
                    <a:cubicBezTo>
                      <a:pt x="67821" y="12299"/>
                      <a:pt x="69473" y="10631"/>
                      <a:pt x="69473" y="8589"/>
                    </a:cubicBezTo>
                    <a:lnTo>
                      <a:pt x="69473" y="3711"/>
                    </a:lnTo>
                    <a:cubicBezTo>
                      <a:pt x="69473" y="1668"/>
                      <a:pt x="67821" y="1"/>
                      <a:pt x="6576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300038" dist="19050" dir="5400000" algn="bl" rotWithShape="0">
                  <a:schemeClr val="dk1">
                    <a:alpha val="3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Google Shape;1649;p78"/>
              <p:cNvSpPr/>
              <p:nvPr/>
            </p:nvSpPr>
            <p:spPr>
              <a:xfrm>
                <a:off x="901400" y="1219325"/>
                <a:ext cx="1485900" cy="37075"/>
              </a:xfrm>
              <a:custGeom>
                <a:avLst/>
                <a:gdLst/>
                <a:ahLst/>
                <a:cxnLst/>
                <a:rect l="l" t="t" r="r" b="b"/>
                <a:pathLst>
                  <a:path w="59436" h="1483" extrusionOk="0">
                    <a:moveTo>
                      <a:pt x="748" y="1"/>
                    </a:moveTo>
                    <a:cubicBezTo>
                      <a:pt x="343" y="1"/>
                      <a:pt x="0" y="329"/>
                      <a:pt x="0" y="749"/>
                    </a:cubicBezTo>
                    <a:cubicBezTo>
                      <a:pt x="0" y="1154"/>
                      <a:pt x="343" y="1482"/>
                      <a:pt x="748" y="1482"/>
                    </a:cubicBezTo>
                    <a:lnTo>
                      <a:pt x="58687" y="1482"/>
                    </a:lnTo>
                    <a:cubicBezTo>
                      <a:pt x="59107" y="1482"/>
                      <a:pt x="59435" y="1154"/>
                      <a:pt x="59435" y="749"/>
                    </a:cubicBezTo>
                    <a:cubicBezTo>
                      <a:pt x="59435" y="329"/>
                      <a:pt x="59107" y="1"/>
                      <a:pt x="5868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Google Shape;1650;p78"/>
              <p:cNvSpPr/>
              <p:nvPr/>
            </p:nvSpPr>
            <p:spPr>
              <a:xfrm>
                <a:off x="901400" y="1219325"/>
                <a:ext cx="236575" cy="37075"/>
              </a:xfrm>
              <a:custGeom>
                <a:avLst/>
                <a:gdLst/>
                <a:ahLst/>
                <a:cxnLst/>
                <a:rect l="l" t="t" r="r" b="b"/>
                <a:pathLst>
                  <a:path w="9463" h="1483" extrusionOk="0">
                    <a:moveTo>
                      <a:pt x="748" y="1"/>
                    </a:moveTo>
                    <a:cubicBezTo>
                      <a:pt x="343" y="1"/>
                      <a:pt x="0" y="329"/>
                      <a:pt x="0" y="749"/>
                    </a:cubicBezTo>
                    <a:cubicBezTo>
                      <a:pt x="0" y="1154"/>
                      <a:pt x="343" y="1482"/>
                      <a:pt x="748" y="1482"/>
                    </a:cubicBezTo>
                    <a:lnTo>
                      <a:pt x="9462" y="1482"/>
                    </a:lnTo>
                    <a:lnTo>
                      <a:pt x="946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Google Shape;1651;p78"/>
              <p:cNvSpPr/>
              <p:nvPr/>
            </p:nvSpPr>
            <p:spPr>
              <a:xfrm>
                <a:off x="1091950" y="1186600"/>
                <a:ext cx="102125" cy="102525"/>
              </a:xfrm>
              <a:custGeom>
                <a:avLst/>
                <a:gdLst/>
                <a:ahLst/>
                <a:cxnLst/>
                <a:rect l="l" t="t" r="r" b="b"/>
                <a:pathLst>
                  <a:path w="4085" h="4101" extrusionOk="0">
                    <a:moveTo>
                      <a:pt x="2042" y="1"/>
                    </a:moveTo>
                    <a:cubicBezTo>
                      <a:pt x="905" y="1"/>
                      <a:pt x="1" y="921"/>
                      <a:pt x="1" y="2043"/>
                    </a:cubicBezTo>
                    <a:cubicBezTo>
                      <a:pt x="1" y="3180"/>
                      <a:pt x="905" y="4101"/>
                      <a:pt x="2042" y="4101"/>
                    </a:cubicBezTo>
                    <a:cubicBezTo>
                      <a:pt x="3165" y="4101"/>
                      <a:pt x="4085" y="3180"/>
                      <a:pt x="4085" y="2043"/>
                    </a:cubicBezTo>
                    <a:cubicBezTo>
                      <a:pt x="4085" y="921"/>
                      <a:pt x="3165" y="1"/>
                      <a:pt x="204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3000"/>
                  </a:schemeClr>
                </a:outerShdw>
                <a:reflection stA="11000" endPos="9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2" name="Google Shape;1652;p78"/>
            <p:cNvGrpSpPr/>
            <p:nvPr/>
          </p:nvGrpSpPr>
          <p:grpSpPr>
            <a:xfrm rot="-5400000">
              <a:off x="6743322" y="3210572"/>
              <a:ext cx="600510" cy="600510"/>
              <a:chOff x="5289166" y="402821"/>
              <a:chExt cx="801000" cy="801000"/>
            </a:xfrm>
          </p:grpSpPr>
          <p:sp>
            <p:nvSpPr>
              <p:cNvPr id="1653" name="Google Shape;1653;p78"/>
              <p:cNvSpPr/>
              <p:nvPr/>
            </p:nvSpPr>
            <p:spPr>
              <a:xfrm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Google Shape;1654;p78"/>
              <p:cNvSpPr/>
              <p:nvPr/>
            </p:nvSpPr>
            <p:spPr>
              <a:xfrm rot="10800000" flipH="1"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dk2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5" name="Google Shape;1655;p78"/>
            <p:cNvGrpSpPr/>
            <p:nvPr/>
          </p:nvGrpSpPr>
          <p:grpSpPr>
            <a:xfrm>
              <a:off x="4585087" y="3005758"/>
              <a:ext cx="573803" cy="573803"/>
              <a:chOff x="2149575" y="1922175"/>
              <a:chExt cx="1332875" cy="1332875"/>
            </a:xfrm>
          </p:grpSpPr>
          <p:sp>
            <p:nvSpPr>
              <p:cNvPr id="1656" name="Google Shape;1656;p78"/>
              <p:cNvSpPr/>
              <p:nvPr/>
            </p:nvSpPr>
            <p:spPr>
              <a:xfrm>
                <a:off x="2149575" y="1922175"/>
                <a:ext cx="1332875" cy="1332875"/>
              </a:xfrm>
              <a:custGeom>
                <a:avLst/>
                <a:gdLst/>
                <a:ahLst/>
                <a:cxnLst/>
                <a:rect l="l" t="t" r="r" b="b"/>
                <a:pathLst>
                  <a:path w="53315" h="53315" extrusionOk="0">
                    <a:moveTo>
                      <a:pt x="26657" y="0"/>
                    </a:moveTo>
                    <a:cubicBezTo>
                      <a:pt x="11968" y="0"/>
                      <a:pt x="0" y="11968"/>
                      <a:pt x="0" y="26657"/>
                    </a:cubicBezTo>
                    <a:cubicBezTo>
                      <a:pt x="0" y="41363"/>
                      <a:pt x="11968" y="53315"/>
                      <a:pt x="26657" y="53315"/>
                    </a:cubicBezTo>
                    <a:cubicBezTo>
                      <a:pt x="41363" y="53315"/>
                      <a:pt x="53315" y="41363"/>
                      <a:pt x="53315" y="26657"/>
                    </a:cubicBezTo>
                    <a:cubicBezTo>
                      <a:pt x="53315" y="11968"/>
                      <a:pt x="41363" y="0"/>
                      <a:pt x="26657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352EE"/>
                  </a:gs>
                  <a:gs pos="100000">
                    <a:srgbClr val="7882F3"/>
                  </a:gs>
                </a:gsLst>
                <a:lin ang="13500032" scaled="0"/>
              </a:gradFill>
              <a:ln>
                <a:noFill/>
              </a:ln>
              <a:effectLst>
                <a:outerShdw blurRad="214313" dist="66675" dir="8220000" algn="bl" rotWithShape="0">
                  <a:schemeClr val="dk1">
                    <a:alpha val="3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Google Shape;1657;p78"/>
              <p:cNvSpPr/>
              <p:nvPr/>
            </p:nvSpPr>
            <p:spPr>
              <a:xfrm>
                <a:off x="2626250" y="2268250"/>
                <a:ext cx="566725" cy="654200"/>
              </a:xfrm>
              <a:custGeom>
                <a:avLst/>
                <a:gdLst/>
                <a:ahLst/>
                <a:cxnLst/>
                <a:rect l="l" t="t" r="r" b="b"/>
                <a:pathLst>
                  <a:path w="22669" h="26168" extrusionOk="0">
                    <a:moveTo>
                      <a:pt x="1" y="1"/>
                    </a:moveTo>
                    <a:lnTo>
                      <a:pt x="1" y="13084"/>
                    </a:lnTo>
                    <a:lnTo>
                      <a:pt x="1" y="26168"/>
                    </a:lnTo>
                    <a:lnTo>
                      <a:pt x="11343" y="19627"/>
                    </a:lnTo>
                    <a:lnTo>
                      <a:pt x="22668" y="13084"/>
                    </a:lnTo>
                    <a:lnTo>
                      <a:pt x="11343" y="654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58" name="Google Shape;1658;p78"/>
            <p:cNvGrpSpPr/>
            <p:nvPr/>
          </p:nvGrpSpPr>
          <p:grpSpPr>
            <a:xfrm rot="5400000">
              <a:off x="7793665" y="2172022"/>
              <a:ext cx="620134" cy="233914"/>
              <a:chOff x="6872640" y="3300197"/>
              <a:chExt cx="620134" cy="233914"/>
            </a:xfrm>
          </p:grpSpPr>
          <p:sp>
            <p:nvSpPr>
              <p:cNvPr id="1659" name="Google Shape;1659;p78"/>
              <p:cNvSpPr/>
              <p:nvPr/>
            </p:nvSpPr>
            <p:spPr>
              <a:xfrm>
                <a:off x="7282174" y="3300197"/>
                <a:ext cx="210600" cy="2106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Google Shape;1660;p78"/>
              <p:cNvSpPr/>
              <p:nvPr/>
            </p:nvSpPr>
            <p:spPr>
              <a:xfrm>
                <a:off x="6872640" y="3488811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61" name="Google Shape;1661;p78"/>
            <p:cNvGrpSpPr/>
            <p:nvPr/>
          </p:nvGrpSpPr>
          <p:grpSpPr>
            <a:xfrm rot="5400000">
              <a:off x="4518358" y="2551305"/>
              <a:ext cx="575161" cy="188875"/>
              <a:chOff x="6872640" y="3345236"/>
              <a:chExt cx="575161" cy="188875"/>
            </a:xfrm>
          </p:grpSpPr>
          <p:sp>
            <p:nvSpPr>
              <p:cNvPr id="1662" name="Google Shape;1662;p78"/>
              <p:cNvSpPr/>
              <p:nvPr/>
            </p:nvSpPr>
            <p:spPr>
              <a:xfrm>
                <a:off x="7327202" y="3345236"/>
                <a:ext cx="120600" cy="1206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Google Shape;1663;p78"/>
              <p:cNvSpPr/>
              <p:nvPr/>
            </p:nvSpPr>
            <p:spPr>
              <a:xfrm>
                <a:off x="6872640" y="3488811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664" name="Google Shape;1664;p78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5" name="Google Shape;1665;p78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6" name="Google Shape;1666;p78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7" name="Google Shape;1667;p78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68"/>
          <p:cNvSpPr/>
          <p:nvPr/>
        </p:nvSpPr>
        <p:spPr>
          <a:xfrm>
            <a:off x="7678745" y="2157024"/>
            <a:ext cx="943514" cy="1288940"/>
          </a:xfrm>
          <a:custGeom>
            <a:avLst/>
            <a:gdLst/>
            <a:ahLst/>
            <a:cxnLst/>
            <a:rect l="l" t="t" r="r" b="b"/>
            <a:pathLst>
              <a:path w="21685" h="29624" extrusionOk="0">
                <a:moveTo>
                  <a:pt x="2926" y="0"/>
                </a:moveTo>
                <a:cubicBezTo>
                  <a:pt x="2543" y="0"/>
                  <a:pt x="2202" y="204"/>
                  <a:pt x="2009" y="397"/>
                </a:cubicBezTo>
                <a:cubicBezTo>
                  <a:pt x="0" y="2406"/>
                  <a:pt x="3424" y="4392"/>
                  <a:pt x="4292" y="5830"/>
                </a:cubicBezTo>
                <a:cubicBezTo>
                  <a:pt x="4862" y="7245"/>
                  <a:pt x="4292" y="8957"/>
                  <a:pt x="3995" y="10395"/>
                </a:cubicBezTo>
                <a:cubicBezTo>
                  <a:pt x="3995" y="11810"/>
                  <a:pt x="4292" y="13248"/>
                  <a:pt x="5707" y="14093"/>
                </a:cubicBezTo>
                <a:cubicBezTo>
                  <a:pt x="6574" y="14663"/>
                  <a:pt x="7419" y="15234"/>
                  <a:pt x="7989" y="16101"/>
                </a:cubicBezTo>
                <a:cubicBezTo>
                  <a:pt x="8857" y="17243"/>
                  <a:pt x="9131" y="18658"/>
                  <a:pt x="9131" y="20096"/>
                </a:cubicBezTo>
                <a:cubicBezTo>
                  <a:pt x="8857" y="21237"/>
                  <a:pt x="8560" y="22652"/>
                  <a:pt x="8560" y="24090"/>
                </a:cubicBezTo>
                <a:cubicBezTo>
                  <a:pt x="8560" y="24935"/>
                  <a:pt x="8560" y="26373"/>
                  <a:pt x="9427" y="27217"/>
                </a:cubicBezTo>
                <a:lnTo>
                  <a:pt x="9427" y="27514"/>
                </a:lnTo>
                <a:cubicBezTo>
                  <a:pt x="10272" y="28358"/>
                  <a:pt x="11413" y="28929"/>
                  <a:pt x="12280" y="29500"/>
                </a:cubicBezTo>
                <a:cubicBezTo>
                  <a:pt x="12530" y="29587"/>
                  <a:pt x="12831" y="29623"/>
                  <a:pt x="13153" y="29623"/>
                </a:cubicBezTo>
                <a:cubicBezTo>
                  <a:pt x="13922" y="29623"/>
                  <a:pt x="14812" y="29419"/>
                  <a:pt x="15408" y="29226"/>
                </a:cubicBezTo>
                <a:cubicBezTo>
                  <a:pt x="17416" y="28655"/>
                  <a:pt x="19402" y="27217"/>
                  <a:pt x="20269" y="25231"/>
                </a:cubicBezTo>
                <a:cubicBezTo>
                  <a:pt x="21684" y="22081"/>
                  <a:pt x="20543" y="18087"/>
                  <a:pt x="17690" y="16101"/>
                </a:cubicBezTo>
                <a:cubicBezTo>
                  <a:pt x="16846" y="15531"/>
                  <a:pt x="15978" y="15234"/>
                  <a:pt x="15408" y="14389"/>
                </a:cubicBezTo>
                <a:cubicBezTo>
                  <a:pt x="14266" y="13248"/>
                  <a:pt x="13992" y="10966"/>
                  <a:pt x="13422" y="9528"/>
                </a:cubicBezTo>
                <a:cubicBezTo>
                  <a:pt x="11413" y="5259"/>
                  <a:pt x="7715" y="7245"/>
                  <a:pt x="6277" y="4689"/>
                </a:cubicBezTo>
                <a:cubicBezTo>
                  <a:pt x="5707" y="3547"/>
                  <a:pt x="5433" y="2680"/>
                  <a:pt x="5136" y="1539"/>
                </a:cubicBezTo>
                <a:cubicBezTo>
                  <a:pt x="4862" y="968"/>
                  <a:pt x="4292" y="124"/>
                  <a:pt x="3424" y="124"/>
                </a:cubicBezTo>
                <a:cubicBezTo>
                  <a:pt x="3256" y="36"/>
                  <a:pt x="3087" y="0"/>
                  <a:pt x="292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  <a:reflection stA="20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0" name="Google Shape;1120;p68"/>
          <p:cNvSpPr/>
          <p:nvPr/>
        </p:nvSpPr>
        <p:spPr>
          <a:xfrm flipH="1">
            <a:off x="546633" y="1601999"/>
            <a:ext cx="943514" cy="1288940"/>
          </a:xfrm>
          <a:custGeom>
            <a:avLst/>
            <a:gdLst/>
            <a:ahLst/>
            <a:cxnLst/>
            <a:rect l="l" t="t" r="r" b="b"/>
            <a:pathLst>
              <a:path w="21685" h="29624" extrusionOk="0">
                <a:moveTo>
                  <a:pt x="2926" y="0"/>
                </a:moveTo>
                <a:cubicBezTo>
                  <a:pt x="2543" y="0"/>
                  <a:pt x="2202" y="204"/>
                  <a:pt x="2009" y="397"/>
                </a:cubicBezTo>
                <a:cubicBezTo>
                  <a:pt x="0" y="2406"/>
                  <a:pt x="3424" y="4392"/>
                  <a:pt x="4292" y="5830"/>
                </a:cubicBezTo>
                <a:cubicBezTo>
                  <a:pt x="4862" y="7245"/>
                  <a:pt x="4292" y="8957"/>
                  <a:pt x="3995" y="10395"/>
                </a:cubicBezTo>
                <a:cubicBezTo>
                  <a:pt x="3995" y="11810"/>
                  <a:pt x="4292" y="13248"/>
                  <a:pt x="5707" y="14093"/>
                </a:cubicBezTo>
                <a:cubicBezTo>
                  <a:pt x="6574" y="14663"/>
                  <a:pt x="7419" y="15234"/>
                  <a:pt x="7989" y="16101"/>
                </a:cubicBezTo>
                <a:cubicBezTo>
                  <a:pt x="8857" y="17243"/>
                  <a:pt x="9131" y="18658"/>
                  <a:pt x="9131" y="20096"/>
                </a:cubicBezTo>
                <a:cubicBezTo>
                  <a:pt x="8857" y="21237"/>
                  <a:pt x="8560" y="22652"/>
                  <a:pt x="8560" y="24090"/>
                </a:cubicBezTo>
                <a:cubicBezTo>
                  <a:pt x="8560" y="24935"/>
                  <a:pt x="8560" y="26373"/>
                  <a:pt x="9427" y="27217"/>
                </a:cubicBezTo>
                <a:lnTo>
                  <a:pt x="9427" y="27514"/>
                </a:lnTo>
                <a:cubicBezTo>
                  <a:pt x="10272" y="28358"/>
                  <a:pt x="11413" y="28929"/>
                  <a:pt x="12280" y="29500"/>
                </a:cubicBezTo>
                <a:cubicBezTo>
                  <a:pt x="12530" y="29587"/>
                  <a:pt x="12831" y="29623"/>
                  <a:pt x="13153" y="29623"/>
                </a:cubicBezTo>
                <a:cubicBezTo>
                  <a:pt x="13922" y="29623"/>
                  <a:pt x="14812" y="29419"/>
                  <a:pt x="15408" y="29226"/>
                </a:cubicBezTo>
                <a:cubicBezTo>
                  <a:pt x="17416" y="28655"/>
                  <a:pt x="19402" y="27217"/>
                  <a:pt x="20269" y="25231"/>
                </a:cubicBezTo>
                <a:cubicBezTo>
                  <a:pt x="21684" y="22081"/>
                  <a:pt x="20543" y="18087"/>
                  <a:pt x="17690" y="16101"/>
                </a:cubicBezTo>
                <a:cubicBezTo>
                  <a:pt x="16846" y="15531"/>
                  <a:pt x="15978" y="15234"/>
                  <a:pt x="15408" y="14389"/>
                </a:cubicBezTo>
                <a:cubicBezTo>
                  <a:pt x="14266" y="13248"/>
                  <a:pt x="13992" y="10966"/>
                  <a:pt x="13422" y="9528"/>
                </a:cubicBezTo>
                <a:cubicBezTo>
                  <a:pt x="11413" y="5259"/>
                  <a:pt x="7715" y="7245"/>
                  <a:pt x="6277" y="4689"/>
                </a:cubicBezTo>
                <a:cubicBezTo>
                  <a:pt x="5707" y="3547"/>
                  <a:pt x="5433" y="2680"/>
                  <a:pt x="5136" y="1539"/>
                </a:cubicBezTo>
                <a:cubicBezTo>
                  <a:pt x="4862" y="968"/>
                  <a:pt x="4292" y="124"/>
                  <a:pt x="3424" y="124"/>
                </a:cubicBezTo>
                <a:cubicBezTo>
                  <a:pt x="3256" y="36"/>
                  <a:pt x="3087" y="0"/>
                  <a:pt x="292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7150" dist="19050" dir="5400000" algn="bl" rotWithShape="0">
              <a:schemeClr val="dk1">
                <a:alpha val="22000"/>
              </a:schemeClr>
            </a:outerShdw>
            <a:reflection stA="20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1" name="Google Shape;1121;p68"/>
          <p:cNvSpPr/>
          <p:nvPr/>
        </p:nvSpPr>
        <p:spPr>
          <a:xfrm>
            <a:off x="7583488" y="1997113"/>
            <a:ext cx="60951" cy="52551"/>
          </a:xfrm>
          <a:custGeom>
            <a:avLst/>
            <a:gdLst/>
            <a:ahLst/>
            <a:cxnLst/>
            <a:rect l="l" t="t" r="r" b="b"/>
            <a:pathLst>
              <a:path w="1987" h="1713" extrusionOk="0">
                <a:moveTo>
                  <a:pt x="1142" y="1"/>
                </a:moveTo>
                <a:cubicBezTo>
                  <a:pt x="572" y="1"/>
                  <a:pt x="1" y="298"/>
                  <a:pt x="1" y="868"/>
                </a:cubicBezTo>
                <a:cubicBezTo>
                  <a:pt x="1" y="1439"/>
                  <a:pt x="572" y="1713"/>
                  <a:pt x="1142" y="1713"/>
                </a:cubicBezTo>
                <a:cubicBezTo>
                  <a:pt x="1416" y="1713"/>
                  <a:pt x="1987" y="1439"/>
                  <a:pt x="1987" y="868"/>
                </a:cubicBezTo>
                <a:cubicBezTo>
                  <a:pt x="1987" y="298"/>
                  <a:pt x="1416" y="1"/>
                  <a:pt x="114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7150" dist="19050" dir="5400000" algn="bl" rotWithShape="0">
              <a:schemeClr val="dk1">
                <a:alpha val="18000"/>
              </a:schemeClr>
            </a:outerShdw>
            <a:reflection stA="6000" endPos="54000" dist="3810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2" name="Google Shape;1122;p68"/>
          <p:cNvSpPr/>
          <p:nvPr/>
        </p:nvSpPr>
        <p:spPr>
          <a:xfrm>
            <a:off x="962675" y="1358025"/>
            <a:ext cx="7236600" cy="2329800"/>
          </a:xfrm>
          <a:prstGeom prst="roundRect">
            <a:avLst>
              <a:gd name="adj" fmla="val 5229"/>
            </a:avLst>
          </a:prstGeom>
          <a:solidFill>
            <a:schemeClr val="lt1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68"/>
          <p:cNvSpPr txBox="1">
            <a:spLocks noGrp="1"/>
          </p:cNvSpPr>
          <p:nvPr>
            <p:ph type="subTitle" idx="1"/>
          </p:nvPr>
        </p:nvSpPr>
        <p:spPr>
          <a:xfrm>
            <a:off x="1833445" y="1819588"/>
            <a:ext cx="55020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“</a:t>
            </a:r>
            <a:r>
              <a:rPr lang="en-US" dirty="0"/>
              <a:t>I</a:t>
            </a:r>
            <a:r>
              <a:rPr lang="en" dirty="0"/>
              <a:t> referohet momentit kur kalojme mousen, siper nje elementi HTML-je.”</a:t>
            </a:r>
            <a:endParaRPr dirty="0"/>
          </a:p>
        </p:txBody>
      </p:sp>
      <p:sp>
        <p:nvSpPr>
          <p:cNvPr id="1124" name="Google Shape;1124;p68"/>
          <p:cNvSpPr/>
          <p:nvPr/>
        </p:nvSpPr>
        <p:spPr>
          <a:xfrm>
            <a:off x="2917500" y="753921"/>
            <a:ext cx="3309000" cy="4368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242888" dist="19050" dir="5400000" algn="bl" rotWithShape="0">
              <a:schemeClr val="dk1">
                <a:alpha val="50000"/>
              </a:schemeClr>
            </a:outerShdw>
            <a:reflection stA="9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p68"/>
          <p:cNvSpPr txBox="1">
            <a:spLocks noGrp="1"/>
          </p:cNvSpPr>
          <p:nvPr>
            <p:ph type="title"/>
          </p:nvPr>
        </p:nvSpPr>
        <p:spPr>
          <a:xfrm>
            <a:off x="3081207" y="855061"/>
            <a:ext cx="2994600" cy="25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CFARE ESHTE HOVER?</a:t>
            </a:r>
            <a:endParaRPr dirty="0"/>
          </a:p>
        </p:txBody>
      </p:sp>
      <p:grpSp>
        <p:nvGrpSpPr>
          <p:cNvPr id="1126" name="Google Shape;1126;p68"/>
          <p:cNvGrpSpPr/>
          <p:nvPr/>
        </p:nvGrpSpPr>
        <p:grpSpPr>
          <a:xfrm>
            <a:off x="1190564" y="3354617"/>
            <a:ext cx="627083" cy="436814"/>
            <a:chOff x="5779976" y="1418876"/>
            <a:chExt cx="421200" cy="293400"/>
          </a:xfrm>
        </p:grpSpPr>
        <p:sp>
          <p:nvSpPr>
            <p:cNvPr id="1127" name="Google Shape;1127;p68"/>
            <p:cNvSpPr/>
            <p:nvPr/>
          </p:nvSpPr>
          <p:spPr>
            <a:xfrm>
              <a:off x="5779976" y="1418876"/>
              <a:ext cx="421200" cy="293400"/>
            </a:xfrm>
            <a:prstGeom prst="wedgeRoundRectCallout">
              <a:avLst>
                <a:gd name="adj1" fmla="val -17374"/>
                <a:gd name="adj2" fmla="val 73101"/>
                <a:gd name="adj3" fmla="val 0"/>
              </a:avLst>
            </a:pr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1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68"/>
            <p:cNvSpPr/>
            <p:nvPr/>
          </p:nvSpPr>
          <p:spPr>
            <a:xfrm>
              <a:off x="5908478" y="1501513"/>
              <a:ext cx="157557" cy="139114"/>
            </a:xfrm>
            <a:custGeom>
              <a:avLst/>
              <a:gdLst/>
              <a:ahLst/>
              <a:cxnLst/>
              <a:rect l="l" t="t" r="r" b="b"/>
              <a:pathLst>
                <a:path w="19273" h="17017" extrusionOk="0">
                  <a:moveTo>
                    <a:pt x="5119" y="1"/>
                  </a:moveTo>
                  <a:cubicBezTo>
                    <a:pt x="2198" y="1"/>
                    <a:pt x="0" y="2389"/>
                    <a:pt x="0" y="5554"/>
                  </a:cubicBezTo>
                  <a:cubicBezTo>
                    <a:pt x="0" y="8974"/>
                    <a:pt x="2744" y="11311"/>
                    <a:pt x="6902" y="14855"/>
                  </a:cubicBezTo>
                  <a:cubicBezTo>
                    <a:pt x="7607" y="15458"/>
                    <a:pt x="8408" y="16138"/>
                    <a:pt x="9239" y="16867"/>
                  </a:cubicBezTo>
                  <a:cubicBezTo>
                    <a:pt x="9352" y="16966"/>
                    <a:pt x="9493" y="17016"/>
                    <a:pt x="9635" y="17016"/>
                  </a:cubicBezTo>
                  <a:cubicBezTo>
                    <a:pt x="9776" y="17016"/>
                    <a:pt x="9918" y="16966"/>
                    <a:pt x="10031" y="16867"/>
                  </a:cubicBezTo>
                  <a:cubicBezTo>
                    <a:pt x="10862" y="16138"/>
                    <a:pt x="11663" y="15458"/>
                    <a:pt x="12370" y="14855"/>
                  </a:cubicBezTo>
                  <a:cubicBezTo>
                    <a:pt x="16526" y="11314"/>
                    <a:pt x="19272" y="8974"/>
                    <a:pt x="19272" y="5554"/>
                  </a:cubicBezTo>
                  <a:cubicBezTo>
                    <a:pt x="19272" y="2389"/>
                    <a:pt x="17071" y="1"/>
                    <a:pt x="14153" y="1"/>
                  </a:cubicBezTo>
                  <a:cubicBezTo>
                    <a:pt x="13105" y="1"/>
                    <a:pt x="12148" y="332"/>
                    <a:pt x="11301" y="986"/>
                  </a:cubicBezTo>
                  <a:cubicBezTo>
                    <a:pt x="10491" y="1612"/>
                    <a:pt x="9952" y="2410"/>
                    <a:pt x="9636" y="2991"/>
                  </a:cubicBezTo>
                  <a:cubicBezTo>
                    <a:pt x="9317" y="2410"/>
                    <a:pt x="8778" y="1612"/>
                    <a:pt x="7968" y="986"/>
                  </a:cubicBezTo>
                  <a:cubicBezTo>
                    <a:pt x="7122" y="332"/>
                    <a:pt x="6164" y="1"/>
                    <a:pt x="511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129" name="Google Shape;1129;p68"/>
          <p:cNvGrpSpPr/>
          <p:nvPr/>
        </p:nvGrpSpPr>
        <p:grpSpPr>
          <a:xfrm>
            <a:off x="7531488" y="1224238"/>
            <a:ext cx="891300" cy="486300"/>
            <a:chOff x="6930163" y="1358338"/>
            <a:chExt cx="891300" cy="486300"/>
          </a:xfrm>
        </p:grpSpPr>
        <p:sp>
          <p:nvSpPr>
            <p:cNvPr id="1130" name="Google Shape;1130;p68"/>
            <p:cNvSpPr/>
            <p:nvPr/>
          </p:nvSpPr>
          <p:spPr>
            <a:xfrm>
              <a:off x="6930163" y="1358338"/>
              <a:ext cx="891300" cy="486300"/>
            </a:xfrm>
            <a:prstGeom prst="wedgeRoundRectCallout">
              <a:avLst>
                <a:gd name="adj1" fmla="val -20923"/>
                <a:gd name="adj2" fmla="val 78986"/>
                <a:gd name="adj3" fmla="val 0"/>
              </a:avLst>
            </a:pr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24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31" name="Google Shape;1131;p68"/>
            <p:cNvGrpSpPr/>
            <p:nvPr/>
          </p:nvGrpSpPr>
          <p:grpSpPr>
            <a:xfrm>
              <a:off x="7109579" y="1554476"/>
              <a:ext cx="532464" cy="94014"/>
              <a:chOff x="4703325" y="2297975"/>
              <a:chExt cx="242525" cy="42825"/>
            </a:xfrm>
          </p:grpSpPr>
          <p:sp>
            <p:nvSpPr>
              <p:cNvPr id="1132" name="Google Shape;1132;p68"/>
              <p:cNvSpPr/>
              <p:nvPr/>
            </p:nvSpPr>
            <p:spPr>
              <a:xfrm>
                <a:off x="4703325" y="2297975"/>
                <a:ext cx="502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1713" extrusionOk="0">
                    <a:moveTo>
                      <a:pt x="1141" y="1"/>
                    </a:moveTo>
                    <a:cubicBezTo>
                      <a:pt x="571" y="1"/>
                      <a:pt x="0" y="298"/>
                      <a:pt x="0" y="868"/>
                    </a:cubicBezTo>
                    <a:cubicBezTo>
                      <a:pt x="0" y="1439"/>
                      <a:pt x="571" y="1713"/>
                      <a:pt x="1141" y="1713"/>
                    </a:cubicBezTo>
                    <a:cubicBezTo>
                      <a:pt x="1712" y="1713"/>
                      <a:pt x="2009" y="1439"/>
                      <a:pt x="2009" y="868"/>
                    </a:cubicBezTo>
                    <a:cubicBezTo>
                      <a:pt x="2009" y="298"/>
                      <a:pt x="1712" y="1"/>
                      <a:pt x="114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6000" endPos="54000" dist="3810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68"/>
              <p:cNvSpPr/>
              <p:nvPr/>
            </p:nvSpPr>
            <p:spPr>
              <a:xfrm>
                <a:off x="4803175" y="2297975"/>
                <a:ext cx="4282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713" h="1713" extrusionOk="0">
                    <a:moveTo>
                      <a:pt x="868" y="1"/>
                    </a:moveTo>
                    <a:cubicBezTo>
                      <a:pt x="297" y="1"/>
                      <a:pt x="0" y="298"/>
                      <a:pt x="0" y="868"/>
                    </a:cubicBezTo>
                    <a:cubicBezTo>
                      <a:pt x="0" y="1439"/>
                      <a:pt x="297" y="1713"/>
                      <a:pt x="868" y="1713"/>
                    </a:cubicBezTo>
                    <a:cubicBezTo>
                      <a:pt x="1438" y="1713"/>
                      <a:pt x="1712" y="1439"/>
                      <a:pt x="1712" y="868"/>
                    </a:cubicBezTo>
                    <a:cubicBezTo>
                      <a:pt x="1712" y="298"/>
                      <a:pt x="1438" y="1"/>
                      <a:pt x="8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6000" endPos="54000" dist="3810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68"/>
              <p:cNvSpPr/>
              <p:nvPr/>
            </p:nvSpPr>
            <p:spPr>
              <a:xfrm>
                <a:off x="4896175" y="2297975"/>
                <a:ext cx="49675" cy="42825"/>
              </a:xfrm>
              <a:custGeom>
                <a:avLst/>
                <a:gdLst/>
                <a:ahLst/>
                <a:cxnLst/>
                <a:rect l="l" t="t" r="r" b="b"/>
                <a:pathLst>
                  <a:path w="1987" h="1713" extrusionOk="0">
                    <a:moveTo>
                      <a:pt x="1142" y="1"/>
                    </a:moveTo>
                    <a:cubicBezTo>
                      <a:pt x="572" y="1"/>
                      <a:pt x="1" y="298"/>
                      <a:pt x="1" y="868"/>
                    </a:cubicBezTo>
                    <a:cubicBezTo>
                      <a:pt x="1" y="1439"/>
                      <a:pt x="572" y="1713"/>
                      <a:pt x="1142" y="1713"/>
                    </a:cubicBezTo>
                    <a:cubicBezTo>
                      <a:pt x="1416" y="1713"/>
                      <a:pt x="1987" y="1439"/>
                      <a:pt x="1987" y="868"/>
                    </a:cubicBezTo>
                    <a:cubicBezTo>
                      <a:pt x="1987" y="298"/>
                      <a:pt x="1416" y="1"/>
                      <a:pt x="114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8000"/>
                  </a:schemeClr>
                </a:outerShdw>
                <a:reflection stA="6000" endPos="54000" dist="3810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35" name="Google Shape;1135;p68"/>
          <p:cNvSpPr/>
          <p:nvPr/>
        </p:nvSpPr>
        <p:spPr>
          <a:xfrm>
            <a:off x="5837832" y="846668"/>
            <a:ext cx="270900" cy="270900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blurRad="157163" dist="85725" dir="5400000" algn="bl" rotWithShape="0">
              <a:schemeClr val="dk1">
                <a:alpha val="38000"/>
              </a:schemeClr>
            </a:outerShdw>
            <a:reflection stA="24000" endPos="30000" dist="1524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6" name="Google Shape;1136;p68"/>
          <p:cNvSpPr/>
          <p:nvPr/>
        </p:nvSpPr>
        <p:spPr>
          <a:xfrm>
            <a:off x="618690" y="2979599"/>
            <a:ext cx="94500" cy="945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7150" dist="19050" dir="5400000" algn="bl" rotWithShape="0">
              <a:srgbClr val="5352EE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7" name="Google Shape;1137;p68"/>
          <p:cNvSpPr/>
          <p:nvPr/>
        </p:nvSpPr>
        <p:spPr>
          <a:xfrm>
            <a:off x="824473" y="3270650"/>
            <a:ext cx="60900" cy="609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7150" dist="19050" dir="5400000" algn="bl" rotWithShape="0">
              <a:srgbClr val="5352EE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8" name="Google Shape;1138;p68"/>
          <p:cNvSpPr/>
          <p:nvPr/>
        </p:nvSpPr>
        <p:spPr>
          <a:xfrm>
            <a:off x="8272090" y="2034524"/>
            <a:ext cx="94500" cy="945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7150" dist="19050" dir="5400000" algn="bl" rotWithShape="0">
              <a:srgbClr val="5352EE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9" name="Google Shape;1139;p68"/>
          <p:cNvGrpSpPr/>
          <p:nvPr/>
        </p:nvGrpSpPr>
        <p:grpSpPr>
          <a:xfrm>
            <a:off x="1131900" y="1506184"/>
            <a:ext cx="2008800" cy="146100"/>
            <a:chOff x="847125" y="3296850"/>
            <a:chExt cx="2008800" cy="146100"/>
          </a:xfrm>
        </p:grpSpPr>
        <p:sp>
          <p:nvSpPr>
            <p:cNvPr id="1140" name="Google Shape;1140;p68"/>
            <p:cNvSpPr/>
            <p:nvPr/>
          </p:nvSpPr>
          <p:spPr>
            <a:xfrm>
              <a:off x="847125" y="3296850"/>
              <a:ext cx="2008800" cy="14610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1" name="Google Shape;1141;p68"/>
            <p:cNvGrpSpPr/>
            <p:nvPr/>
          </p:nvGrpSpPr>
          <p:grpSpPr>
            <a:xfrm rot="10800000" flipH="1">
              <a:off x="878209" y="3322949"/>
              <a:ext cx="429322" cy="93999"/>
              <a:chOff x="5795037" y="809024"/>
              <a:chExt cx="431653" cy="94500"/>
            </a:xfrm>
          </p:grpSpPr>
          <p:sp>
            <p:nvSpPr>
              <p:cNvPr id="1142" name="Google Shape;1142;p68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68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68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45" name="Google Shape;1145;p68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6" name="Google Shape;1146;p68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7" name="Google Shape;1147;p68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8" name="Google Shape;1148;p68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7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HOVER-PSEUDOCLASS</a:t>
            </a:r>
            <a:endParaRPr dirty="0"/>
          </a:p>
        </p:txBody>
      </p:sp>
      <p:sp>
        <p:nvSpPr>
          <p:cNvPr id="1370" name="Google Shape;1370;p73"/>
          <p:cNvSpPr/>
          <p:nvPr/>
        </p:nvSpPr>
        <p:spPr>
          <a:xfrm rot="5400000">
            <a:off x="62012" y="2453696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1" name="Google Shape;1371;p73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2" name="Google Shape;1372;p73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3" name="Google Shape;1373;p73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4" name="Google Shape;1374;p73"/>
          <p:cNvSpPr/>
          <p:nvPr/>
        </p:nvSpPr>
        <p:spPr>
          <a:xfrm>
            <a:off x="1014413" y="1239087"/>
            <a:ext cx="6813336" cy="3204326"/>
          </a:xfrm>
          <a:prstGeom prst="roundRect">
            <a:avLst>
              <a:gd name="adj" fmla="val 8547"/>
            </a:avLst>
          </a:prstGeom>
          <a:solidFill>
            <a:schemeClr val="accent6"/>
          </a:solidFill>
          <a:ln>
            <a:noFill/>
          </a:ln>
          <a:effectLst>
            <a:reflection stA="8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5" name="Google Shape;1375;p73"/>
          <p:cNvGrpSpPr/>
          <p:nvPr/>
        </p:nvGrpSpPr>
        <p:grpSpPr>
          <a:xfrm>
            <a:off x="1220502" y="1339099"/>
            <a:ext cx="3472942" cy="186433"/>
            <a:chOff x="3569131" y="3296864"/>
            <a:chExt cx="2721600" cy="146100"/>
          </a:xfrm>
        </p:grpSpPr>
        <p:sp>
          <p:nvSpPr>
            <p:cNvPr id="1376" name="Google Shape;1376;p73"/>
            <p:cNvSpPr/>
            <p:nvPr/>
          </p:nvSpPr>
          <p:spPr>
            <a:xfrm>
              <a:off x="3569131" y="3296864"/>
              <a:ext cx="27216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77" name="Google Shape;1377;p73"/>
            <p:cNvGrpSpPr/>
            <p:nvPr/>
          </p:nvGrpSpPr>
          <p:grpSpPr>
            <a:xfrm rot="10800000" flipH="1">
              <a:off x="3595847" y="3322949"/>
              <a:ext cx="429322" cy="93999"/>
              <a:chOff x="5795037" y="809024"/>
              <a:chExt cx="431653" cy="94500"/>
            </a:xfrm>
          </p:grpSpPr>
          <p:sp>
            <p:nvSpPr>
              <p:cNvPr id="1378" name="Google Shape;1378;p73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73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73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4CAFC357-E0EA-B3B4-B9B6-C228FCEA62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2582" y="1713697"/>
            <a:ext cx="6058836" cy="244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151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7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ACTIVE-PSEUDOCLASS</a:t>
            </a:r>
            <a:endParaRPr dirty="0"/>
          </a:p>
        </p:txBody>
      </p:sp>
      <p:sp>
        <p:nvSpPr>
          <p:cNvPr id="1370" name="Google Shape;1370;p73"/>
          <p:cNvSpPr/>
          <p:nvPr/>
        </p:nvSpPr>
        <p:spPr>
          <a:xfrm rot="5400000">
            <a:off x="62012" y="2453696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1" name="Google Shape;1371;p73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2" name="Google Shape;1372;p73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3" name="Google Shape;1373;p73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4" name="Google Shape;1374;p73"/>
          <p:cNvSpPr/>
          <p:nvPr/>
        </p:nvSpPr>
        <p:spPr>
          <a:xfrm>
            <a:off x="1014413" y="1239087"/>
            <a:ext cx="6813336" cy="3204326"/>
          </a:xfrm>
          <a:prstGeom prst="roundRect">
            <a:avLst>
              <a:gd name="adj" fmla="val 8547"/>
            </a:avLst>
          </a:prstGeom>
          <a:solidFill>
            <a:schemeClr val="accent6"/>
          </a:solidFill>
          <a:ln>
            <a:noFill/>
          </a:ln>
          <a:effectLst>
            <a:reflection stA="8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5" name="Google Shape;1375;p73"/>
          <p:cNvGrpSpPr/>
          <p:nvPr/>
        </p:nvGrpSpPr>
        <p:grpSpPr>
          <a:xfrm>
            <a:off x="1220502" y="1339099"/>
            <a:ext cx="3472942" cy="186433"/>
            <a:chOff x="3569131" y="3296864"/>
            <a:chExt cx="2721600" cy="146100"/>
          </a:xfrm>
        </p:grpSpPr>
        <p:sp>
          <p:nvSpPr>
            <p:cNvPr id="1376" name="Google Shape;1376;p73"/>
            <p:cNvSpPr/>
            <p:nvPr/>
          </p:nvSpPr>
          <p:spPr>
            <a:xfrm>
              <a:off x="3569131" y="3296864"/>
              <a:ext cx="27216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77" name="Google Shape;1377;p73"/>
            <p:cNvGrpSpPr/>
            <p:nvPr/>
          </p:nvGrpSpPr>
          <p:grpSpPr>
            <a:xfrm rot="10800000" flipH="1">
              <a:off x="3595847" y="3322949"/>
              <a:ext cx="429322" cy="93999"/>
              <a:chOff x="5795037" y="809024"/>
              <a:chExt cx="431653" cy="94500"/>
            </a:xfrm>
          </p:grpSpPr>
          <p:sp>
            <p:nvSpPr>
              <p:cNvPr id="1378" name="Google Shape;1378;p73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73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73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2543F67-79F9-E07C-8514-68EC221D42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4724" y="1746894"/>
            <a:ext cx="6332714" cy="2475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198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7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CILESIA OPACITY</a:t>
            </a:r>
            <a:endParaRPr dirty="0"/>
          </a:p>
        </p:txBody>
      </p:sp>
      <p:sp>
        <p:nvSpPr>
          <p:cNvPr id="1370" name="Google Shape;1370;p73"/>
          <p:cNvSpPr/>
          <p:nvPr/>
        </p:nvSpPr>
        <p:spPr>
          <a:xfrm rot="5400000">
            <a:off x="62012" y="2453696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1" name="Google Shape;1371;p73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2" name="Google Shape;1372;p73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3" name="Google Shape;1373;p73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4" name="Google Shape;1374;p73"/>
          <p:cNvSpPr/>
          <p:nvPr/>
        </p:nvSpPr>
        <p:spPr>
          <a:xfrm>
            <a:off x="1014413" y="1067737"/>
            <a:ext cx="6813336" cy="2201376"/>
          </a:xfrm>
          <a:prstGeom prst="roundRect">
            <a:avLst>
              <a:gd name="adj" fmla="val 8547"/>
            </a:avLst>
          </a:prstGeom>
          <a:solidFill>
            <a:schemeClr val="accent6"/>
          </a:solidFill>
          <a:ln>
            <a:noFill/>
          </a:ln>
          <a:effectLst>
            <a:reflection stA="8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5" name="Google Shape;1375;p73"/>
          <p:cNvGrpSpPr/>
          <p:nvPr/>
        </p:nvGrpSpPr>
        <p:grpSpPr>
          <a:xfrm>
            <a:off x="1220502" y="1136348"/>
            <a:ext cx="3472942" cy="186433"/>
            <a:chOff x="3569131" y="3296864"/>
            <a:chExt cx="2721600" cy="146100"/>
          </a:xfrm>
        </p:grpSpPr>
        <p:sp>
          <p:nvSpPr>
            <p:cNvPr id="1376" name="Google Shape;1376;p73"/>
            <p:cNvSpPr/>
            <p:nvPr/>
          </p:nvSpPr>
          <p:spPr>
            <a:xfrm>
              <a:off x="3569131" y="3296864"/>
              <a:ext cx="27216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77" name="Google Shape;1377;p73"/>
            <p:cNvGrpSpPr/>
            <p:nvPr/>
          </p:nvGrpSpPr>
          <p:grpSpPr>
            <a:xfrm rot="10800000" flipH="1">
              <a:off x="3595847" y="3322949"/>
              <a:ext cx="429322" cy="93999"/>
              <a:chOff x="5795037" y="809024"/>
              <a:chExt cx="431653" cy="94500"/>
            </a:xfrm>
          </p:grpSpPr>
          <p:sp>
            <p:nvSpPr>
              <p:cNvPr id="1378" name="Google Shape;1378;p73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73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73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819C5D7-5C9E-447E-D792-DFB11FA94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9296" y="1422793"/>
            <a:ext cx="4025408" cy="1692362"/>
          </a:xfrm>
          <a:prstGeom prst="rect">
            <a:avLst/>
          </a:prstGeom>
        </p:spPr>
      </p:pic>
      <p:sp>
        <p:nvSpPr>
          <p:cNvPr id="6" name="Google Shape;1328;p72">
            <a:extLst>
              <a:ext uri="{FF2B5EF4-FFF2-40B4-BE49-F238E27FC236}">
                <a16:creationId xmlns:a16="http://schemas.microsoft.com/office/drawing/2014/main" id="{BABB0BDA-9B9A-7FB4-582A-91EF6A84D71F}"/>
              </a:ext>
            </a:extLst>
          </p:cNvPr>
          <p:cNvSpPr txBox="1">
            <a:spLocks/>
          </p:cNvSpPr>
          <p:nvPr/>
        </p:nvSpPr>
        <p:spPr>
          <a:xfrm>
            <a:off x="1014413" y="3319125"/>
            <a:ext cx="7215186" cy="1379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None/>
              <a:defRPr sz="1400" b="0" i="0" u="none" strike="noStrike" cap="none">
                <a:solidFill>
                  <a:schemeClr val="lt1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None/>
              <a:defRPr sz="1400" b="0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None/>
              <a:defRPr sz="1400" b="0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None/>
              <a:defRPr sz="1400" b="0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None/>
              <a:defRPr sz="1400" b="0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None/>
              <a:defRPr sz="1400" b="0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None/>
              <a:defRPr sz="1400" b="0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"/>
              <a:buNone/>
              <a:defRPr sz="1400" b="0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Darker Grotesque"/>
              <a:buNone/>
              <a:defRPr sz="1400" b="0" i="0" u="none" strike="noStrike" cap="none">
                <a:solidFill>
                  <a:schemeClr val="lt1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9pPr>
          </a:lstStyle>
          <a:p>
            <a:pPr marL="0" indent="0" algn="l"/>
            <a:r>
              <a:rPr lang="en-US" sz="2400" b="1" dirty="0"/>
              <a:t>-&gt;</a:t>
            </a:r>
            <a:r>
              <a:rPr lang="en-US" sz="2400" b="1" dirty="0" err="1"/>
              <a:t>Ndryshon</a:t>
            </a:r>
            <a:r>
              <a:rPr lang="en-US" sz="2400" b="1" dirty="0"/>
              <a:t> </a:t>
            </a:r>
            <a:r>
              <a:rPr lang="en-US" sz="2400" b="1" dirty="0" err="1"/>
              <a:t>transparencen</a:t>
            </a:r>
            <a:r>
              <a:rPr lang="en-US" sz="2400" b="1" dirty="0"/>
              <a:t> e </a:t>
            </a:r>
            <a:r>
              <a:rPr lang="en-US" sz="2400" b="1" dirty="0" err="1"/>
              <a:t>nje</a:t>
            </a:r>
            <a:r>
              <a:rPr lang="en-US" sz="2400" b="1" dirty="0"/>
              <a:t> </a:t>
            </a:r>
            <a:r>
              <a:rPr lang="en-US" sz="2400" b="1" dirty="0" err="1"/>
              <a:t>elementi</a:t>
            </a:r>
            <a:r>
              <a:rPr lang="en-US" sz="2400" b="1" dirty="0"/>
              <a:t>.</a:t>
            </a:r>
          </a:p>
          <a:p>
            <a:pPr marL="0" indent="0" algn="l"/>
            <a:endParaRPr lang="en-US" sz="2400" b="1" dirty="0"/>
          </a:p>
          <a:p>
            <a:pPr marL="0" indent="0" algn="l"/>
            <a:r>
              <a:rPr lang="en-US" sz="2400" b="1" dirty="0"/>
              <a:t>-&gt;</a:t>
            </a:r>
            <a:r>
              <a:rPr lang="en-US" sz="2400" b="1" dirty="0" err="1"/>
              <a:t>Vlera</a:t>
            </a:r>
            <a:r>
              <a:rPr lang="en-US" sz="2400" b="1" dirty="0"/>
              <a:t> e “opacity” </a:t>
            </a:r>
            <a:r>
              <a:rPr lang="en-US" sz="2400" b="1" dirty="0" err="1"/>
              <a:t>varion</a:t>
            </a:r>
            <a:r>
              <a:rPr lang="en-US" sz="2400" b="1" dirty="0"/>
              <a:t> </a:t>
            </a:r>
            <a:r>
              <a:rPr lang="en-US" sz="2400" b="1" dirty="0" err="1"/>
              <a:t>nga</a:t>
            </a:r>
            <a:r>
              <a:rPr lang="en-US" sz="2400" b="1" dirty="0"/>
              <a:t>  0 ne 1    (0-1).</a:t>
            </a:r>
          </a:p>
          <a:p>
            <a:pPr marL="0" inden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555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2" name="Google Shape;1672;p79"/>
          <p:cNvSpPr/>
          <p:nvPr/>
        </p:nvSpPr>
        <p:spPr>
          <a:xfrm>
            <a:off x="5740362" y="1626953"/>
            <a:ext cx="891300" cy="486300"/>
          </a:xfrm>
          <a:prstGeom prst="wedgeRoundRectCallout">
            <a:avLst>
              <a:gd name="adj1" fmla="val -20923"/>
              <a:gd name="adj2" fmla="val 78986"/>
              <a:gd name="adj3" fmla="val 0"/>
            </a:avLst>
          </a:prstGeom>
          <a:gradFill>
            <a:gsLst>
              <a:gs pos="0">
                <a:srgbClr val="81EEEB"/>
              </a:gs>
              <a:gs pos="100000">
                <a:srgbClr val="3AE4DF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4" name="Google Shape;1674;p79"/>
          <p:cNvSpPr txBox="1">
            <a:spLocks noGrp="1"/>
          </p:cNvSpPr>
          <p:nvPr>
            <p:ph type="title"/>
          </p:nvPr>
        </p:nvSpPr>
        <p:spPr>
          <a:xfrm>
            <a:off x="3760368" y="2045702"/>
            <a:ext cx="4997080" cy="12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TRANSITIONS</a:t>
            </a:r>
            <a:endParaRPr dirty="0"/>
          </a:p>
        </p:txBody>
      </p:sp>
      <p:sp>
        <p:nvSpPr>
          <p:cNvPr id="1675" name="Google Shape;1675;p79"/>
          <p:cNvSpPr txBox="1">
            <a:spLocks noGrp="1"/>
          </p:cNvSpPr>
          <p:nvPr>
            <p:ph type="title" idx="2"/>
          </p:nvPr>
        </p:nvSpPr>
        <p:spPr>
          <a:xfrm>
            <a:off x="5740362" y="1754803"/>
            <a:ext cx="8913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02.</a:t>
            </a:r>
            <a:endParaRPr dirty="0"/>
          </a:p>
        </p:txBody>
      </p:sp>
      <p:sp>
        <p:nvSpPr>
          <p:cNvPr id="1677" name="Google Shape;1677;p79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8" name="Google Shape;1678;p79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9" name="Google Shape;1679;p79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0" name="Google Shape;1680;p79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81" name="Google Shape;1681;p79"/>
          <p:cNvGrpSpPr/>
          <p:nvPr/>
        </p:nvGrpSpPr>
        <p:grpSpPr>
          <a:xfrm>
            <a:off x="788056" y="1080290"/>
            <a:ext cx="2774288" cy="3241194"/>
            <a:chOff x="1480263" y="1063187"/>
            <a:chExt cx="2774288" cy="3241194"/>
          </a:xfrm>
        </p:grpSpPr>
        <p:grpSp>
          <p:nvGrpSpPr>
            <p:cNvPr id="1682" name="Google Shape;1682;p79"/>
            <p:cNvGrpSpPr/>
            <p:nvPr/>
          </p:nvGrpSpPr>
          <p:grpSpPr>
            <a:xfrm>
              <a:off x="3152333" y="1862622"/>
              <a:ext cx="1102217" cy="1494740"/>
              <a:chOff x="7452861" y="1397649"/>
              <a:chExt cx="1102217" cy="1494740"/>
            </a:xfrm>
          </p:grpSpPr>
          <p:sp>
            <p:nvSpPr>
              <p:cNvPr id="1683" name="Google Shape;1683;p79"/>
              <p:cNvSpPr/>
              <p:nvPr/>
            </p:nvSpPr>
            <p:spPr>
              <a:xfrm flipH="1">
                <a:off x="7452861" y="1397649"/>
                <a:ext cx="943514" cy="128894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29624" extrusionOk="0">
                    <a:moveTo>
                      <a:pt x="2926" y="0"/>
                    </a:moveTo>
                    <a:cubicBezTo>
                      <a:pt x="2543" y="0"/>
                      <a:pt x="2202" y="204"/>
                      <a:pt x="2009" y="397"/>
                    </a:cubicBezTo>
                    <a:cubicBezTo>
                      <a:pt x="0" y="2406"/>
                      <a:pt x="3424" y="4392"/>
                      <a:pt x="4292" y="5830"/>
                    </a:cubicBezTo>
                    <a:cubicBezTo>
                      <a:pt x="4862" y="7245"/>
                      <a:pt x="4292" y="8957"/>
                      <a:pt x="3995" y="10395"/>
                    </a:cubicBezTo>
                    <a:cubicBezTo>
                      <a:pt x="3995" y="11810"/>
                      <a:pt x="4292" y="13248"/>
                      <a:pt x="5707" y="14093"/>
                    </a:cubicBezTo>
                    <a:cubicBezTo>
                      <a:pt x="6574" y="14663"/>
                      <a:pt x="7419" y="15234"/>
                      <a:pt x="7989" y="16101"/>
                    </a:cubicBezTo>
                    <a:cubicBezTo>
                      <a:pt x="8857" y="17243"/>
                      <a:pt x="9131" y="18658"/>
                      <a:pt x="9131" y="20096"/>
                    </a:cubicBezTo>
                    <a:cubicBezTo>
                      <a:pt x="8857" y="21237"/>
                      <a:pt x="8560" y="22652"/>
                      <a:pt x="8560" y="24090"/>
                    </a:cubicBezTo>
                    <a:cubicBezTo>
                      <a:pt x="8560" y="24935"/>
                      <a:pt x="8560" y="26373"/>
                      <a:pt x="9427" y="27217"/>
                    </a:cubicBezTo>
                    <a:lnTo>
                      <a:pt x="9427" y="27514"/>
                    </a:lnTo>
                    <a:cubicBezTo>
                      <a:pt x="10272" y="28358"/>
                      <a:pt x="11413" y="28929"/>
                      <a:pt x="12280" y="29500"/>
                    </a:cubicBezTo>
                    <a:cubicBezTo>
                      <a:pt x="12530" y="29587"/>
                      <a:pt x="12831" y="29623"/>
                      <a:pt x="13153" y="29623"/>
                    </a:cubicBezTo>
                    <a:cubicBezTo>
                      <a:pt x="13922" y="29623"/>
                      <a:pt x="14812" y="29419"/>
                      <a:pt x="15408" y="29226"/>
                    </a:cubicBezTo>
                    <a:cubicBezTo>
                      <a:pt x="17416" y="28655"/>
                      <a:pt x="19402" y="27217"/>
                      <a:pt x="20269" y="25231"/>
                    </a:cubicBezTo>
                    <a:cubicBezTo>
                      <a:pt x="21684" y="22081"/>
                      <a:pt x="20543" y="18087"/>
                      <a:pt x="17690" y="16101"/>
                    </a:cubicBezTo>
                    <a:cubicBezTo>
                      <a:pt x="16846" y="15531"/>
                      <a:pt x="15978" y="15234"/>
                      <a:pt x="15408" y="14389"/>
                    </a:cubicBezTo>
                    <a:cubicBezTo>
                      <a:pt x="14266" y="13248"/>
                      <a:pt x="13992" y="10966"/>
                      <a:pt x="13422" y="9528"/>
                    </a:cubicBezTo>
                    <a:cubicBezTo>
                      <a:pt x="11413" y="5259"/>
                      <a:pt x="7715" y="7245"/>
                      <a:pt x="6277" y="4689"/>
                    </a:cubicBezTo>
                    <a:cubicBezTo>
                      <a:pt x="5707" y="3547"/>
                      <a:pt x="5433" y="2680"/>
                      <a:pt x="5136" y="1539"/>
                    </a:cubicBezTo>
                    <a:cubicBezTo>
                      <a:pt x="4862" y="968"/>
                      <a:pt x="4292" y="124"/>
                      <a:pt x="3424" y="124"/>
                    </a:cubicBezTo>
                    <a:cubicBezTo>
                      <a:pt x="3256" y="36"/>
                      <a:pt x="3087" y="0"/>
                      <a:pt x="292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2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79"/>
              <p:cNvSpPr/>
              <p:nvPr/>
            </p:nvSpPr>
            <p:spPr>
              <a:xfrm flipH="1">
                <a:off x="7611563" y="1603449"/>
                <a:ext cx="943514" cy="1288940"/>
              </a:xfrm>
              <a:custGeom>
                <a:avLst/>
                <a:gdLst/>
                <a:ahLst/>
                <a:cxnLst/>
                <a:rect l="l" t="t" r="r" b="b"/>
                <a:pathLst>
                  <a:path w="21685" h="29624" extrusionOk="0">
                    <a:moveTo>
                      <a:pt x="2926" y="0"/>
                    </a:moveTo>
                    <a:cubicBezTo>
                      <a:pt x="2543" y="0"/>
                      <a:pt x="2202" y="204"/>
                      <a:pt x="2009" y="397"/>
                    </a:cubicBezTo>
                    <a:cubicBezTo>
                      <a:pt x="0" y="2406"/>
                      <a:pt x="3424" y="4392"/>
                      <a:pt x="4292" y="5830"/>
                    </a:cubicBezTo>
                    <a:cubicBezTo>
                      <a:pt x="4862" y="7245"/>
                      <a:pt x="4292" y="8957"/>
                      <a:pt x="3995" y="10395"/>
                    </a:cubicBezTo>
                    <a:cubicBezTo>
                      <a:pt x="3995" y="11810"/>
                      <a:pt x="4292" y="13248"/>
                      <a:pt x="5707" y="14093"/>
                    </a:cubicBezTo>
                    <a:cubicBezTo>
                      <a:pt x="6574" y="14663"/>
                      <a:pt x="7419" y="15234"/>
                      <a:pt x="7989" y="16101"/>
                    </a:cubicBezTo>
                    <a:cubicBezTo>
                      <a:pt x="8857" y="17243"/>
                      <a:pt x="9131" y="18658"/>
                      <a:pt x="9131" y="20096"/>
                    </a:cubicBezTo>
                    <a:cubicBezTo>
                      <a:pt x="8857" y="21237"/>
                      <a:pt x="8560" y="22652"/>
                      <a:pt x="8560" y="24090"/>
                    </a:cubicBezTo>
                    <a:cubicBezTo>
                      <a:pt x="8560" y="24935"/>
                      <a:pt x="8560" y="26373"/>
                      <a:pt x="9427" y="27217"/>
                    </a:cubicBezTo>
                    <a:lnTo>
                      <a:pt x="9427" y="27514"/>
                    </a:lnTo>
                    <a:cubicBezTo>
                      <a:pt x="10272" y="28358"/>
                      <a:pt x="11413" y="28929"/>
                      <a:pt x="12280" y="29500"/>
                    </a:cubicBezTo>
                    <a:cubicBezTo>
                      <a:pt x="12530" y="29587"/>
                      <a:pt x="12831" y="29623"/>
                      <a:pt x="13153" y="29623"/>
                    </a:cubicBezTo>
                    <a:cubicBezTo>
                      <a:pt x="13922" y="29623"/>
                      <a:pt x="14812" y="29419"/>
                      <a:pt x="15408" y="29226"/>
                    </a:cubicBezTo>
                    <a:cubicBezTo>
                      <a:pt x="17416" y="28655"/>
                      <a:pt x="19402" y="27217"/>
                      <a:pt x="20269" y="25231"/>
                    </a:cubicBezTo>
                    <a:cubicBezTo>
                      <a:pt x="21684" y="22081"/>
                      <a:pt x="20543" y="18087"/>
                      <a:pt x="17690" y="16101"/>
                    </a:cubicBezTo>
                    <a:cubicBezTo>
                      <a:pt x="16846" y="15531"/>
                      <a:pt x="15978" y="15234"/>
                      <a:pt x="15408" y="14389"/>
                    </a:cubicBezTo>
                    <a:cubicBezTo>
                      <a:pt x="14266" y="13248"/>
                      <a:pt x="13992" y="10966"/>
                      <a:pt x="13422" y="9528"/>
                    </a:cubicBezTo>
                    <a:cubicBezTo>
                      <a:pt x="11413" y="5259"/>
                      <a:pt x="7715" y="7245"/>
                      <a:pt x="6277" y="4689"/>
                    </a:cubicBezTo>
                    <a:cubicBezTo>
                      <a:pt x="5707" y="3547"/>
                      <a:pt x="5433" y="2680"/>
                      <a:pt x="5136" y="1539"/>
                    </a:cubicBezTo>
                    <a:cubicBezTo>
                      <a:pt x="4862" y="968"/>
                      <a:pt x="4292" y="124"/>
                      <a:pt x="3424" y="124"/>
                    </a:cubicBezTo>
                    <a:cubicBezTo>
                      <a:pt x="3256" y="36"/>
                      <a:pt x="3087" y="0"/>
                      <a:pt x="292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2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85" name="Google Shape;1685;p79"/>
            <p:cNvSpPr/>
            <p:nvPr/>
          </p:nvSpPr>
          <p:spPr>
            <a:xfrm>
              <a:off x="1757236" y="2623386"/>
              <a:ext cx="461682" cy="1077400"/>
            </a:xfrm>
            <a:custGeom>
              <a:avLst/>
              <a:gdLst/>
              <a:ahLst/>
              <a:cxnLst/>
              <a:rect l="l" t="t" r="r" b="b"/>
              <a:pathLst>
                <a:path w="27098" h="63237" extrusionOk="0">
                  <a:moveTo>
                    <a:pt x="3771" y="1"/>
                  </a:moveTo>
                  <a:cubicBezTo>
                    <a:pt x="3500" y="1"/>
                    <a:pt x="3230" y="34"/>
                    <a:pt x="2976" y="102"/>
                  </a:cubicBezTo>
                  <a:cubicBezTo>
                    <a:pt x="1878" y="406"/>
                    <a:pt x="1116" y="1116"/>
                    <a:pt x="728" y="2214"/>
                  </a:cubicBezTo>
                  <a:cubicBezTo>
                    <a:pt x="1" y="4260"/>
                    <a:pt x="744" y="7083"/>
                    <a:pt x="1878" y="8621"/>
                  </a:cubicBezTo>
                  <a:cubicBezTo>
                    <a:pt x="2216" y="9095"/>
                    <a:pt x="2621" y="9568"/>
                    <a:pt x="3010" y="10024"/>
                  </a:cubicBezTo>
                  <a:cubicBezTo>
                    <a:pt x="3922" y="11123"/>
                    <a:pt x="4887" y="12255"/>
                    <a:pt x="5326" y="13659"/>
                  </a:cubicBezTo>
                  <a:cubicBezTo>
                    <a:pt x="6154" y="16228"/>
                    <a:pt x="5410" y="18426"/>
                    <a:pt x="4684" y="20555"/>
                  </a:cubicBezTo>
                  <a:cubicBezTo>
                    <a:pt x="4294" y="21687"/>
                    <a:pt x="3889" y="22871"/>
                    <a:pt x="3719" y="24122"/>
                  </a:cubicBezTo>
                  <a:cubicBezTo>
                    <a:pt x="3365" y="26725"/>
                    <a:pt x="3922" y="29125"/>
                    <a:pt x="5258" y="30748"/>
                  </a:cubicBezTo>
                  <a:cubicBezTo>
                    <a:pt x="5630" y="31187"/>
                    <a:pt x="6086" y="31593"/>
                    <a:pt x="6509" y="31999"/>
                  </a:cubicBezTo>
                  <a:cubicBezTo>
                    <a:pt x="7134" y="32557"/>
                    <a:pt x="7776" y="33148"/>
                    <a:pt x="8233" y="33876"/>
                  </a:cubicBezTo>
                  <a:cubicBezTo>
                    <a:pt x="9670" y="36073"/>
                    <a:pt x="9146" y="38981"/>
                    <a:pt x="8639" y="40975"/>
                  </a:cubicBezTo>
                  <a:cubicBezTo>
                    <a:pt x="8572" y="41262"/>
                    <a:pt x="8486" y="41550"/>
                    <a:pt x="8419" y="41837"/>
                  </a:cubicBezTo>
                  <a:cubicBezTo>
                    <a:pt x="7895" y="43798"/>
                    <a:pt x="7371" y="45810"/>
                    <a:pt x="7794" y="47737"/>
                  </a:cubicBezTo>
                  <a:cubicBezTo>
                    <a:pt x="8335" y="50171"/>
                    <a:pt x="10228" y="51878"/>
                    <a:pt x="12223" y="53687"/>
                  </a:cubicBezTo>
                  <a:cubicBezTo>
                    <a:pt x="13879" y="55174"/>
                    <a:pt x="15586" y="56712"/>
                    <a:pt x="16516" y="58740"/>
                  </a:cubicBezTo>
                  <a:cubicBezTo>
                    <a:pt x="16719" y="59180"/>
                    <a:pt x="16888" y="59637"/>
                    <a:pt x="17040" y="60077"/>
                  </a:cubicBezTo>
                  <a:cubicBezTo>
                    <a:pt x="17328" y="60870"/>
                    <a:pt x="17598" y="61632"/>
                    <a:pt x="18071" y="62256"/>
                  </a:cubicBezTo>
                  <a:cubicBezTo>
                    <a:pt x="18561" y="62916"/>
                    <a:pt x="19221" y="63237"/>
                    <a:pt x="20082" y="63237"/>
                  </a:cubicBezTo>
                  <a:cubicBezTo>
                    <a:pt x="20522" y="63237"/>
                    <a:pt x="21013" y="63153"/>
                    <a:pt x="21536" y="62984"/>
                  </a:cubicBezTo>
                  <a:cubicBezTo>
                    <a:pt x="22162" y="62781"/>
                    <a:pt x="22838" y="62459"/>
                    <a:pt x="23514" y="62054"/>
                  </a:cubicBezTo>
                  <a:cubicBezTo>
                    <a:pt x="25694" y="60753"/>
                    <a:pt x="27098" y="58251"/>
                    <a:pt x="27030" y="55833"/>
                  </a:cubicBezTo>
                  <a:cubicBezTo>
                    <a:pt x="26963" y="53500"/>
                    <a:pt x="25796" y="51489"/>
                    <a:pt x="24579" y="49342"/>
                  </a:cubicBezTo>
                  <a:cubicBezTo>
                    <a:pt x="23700" y="47838"/>
                    <a:pt x="22804" y="46265"/>
                    <a:pt x="22331" y="44559"/>
                  </a:cubicBezTo>
                  <a:cubicBezTo>
                    <a:pt x="21367" y="41212"/>
                    <a:pt x="22111" y="37696"/>
                    <a:pt x="22838" y="34298"/>
                  </a:cubicBezTo>
                  <a:cubicBezTo>
                    <a:pt x="22922" y="33926"/>
                    <a:pt x="22990" y="33554"/>
                    <a:pt x="23075" y="33182"/>
                  </a:cubicBezTo>
                  <a:cubicBezTo>
                    <a:pt x="23801" y="29616"/>
                    <a:pt x="24292" y="25559"/>
                    <a:pt x="22331" y="22381"/>
                  </a:cubicBezTo>
                  <a:cubicBezTo>
                    <a:pt x="20995" y="20234"/>
                    <a:pt x="18714" y="18831"/>
                    <a:pt x="16516" y="17479"/>
                  </a:cubicBezTo>
                  <a:cubicBezTo>
                    <a:pt x="14082" y="15974"/>
                    <a:pt x="11563" y="14436"/>
                    <a:pt x="10244" y="11883"/>
                  </a:cubicBezTo>
                  <a:cubicBezTo>
                    <a:pt x="9484" y="10429"/>
                    <a:pt x="9196" y="8773"/>
                    <a:pt x="8926" y="7184"/>
                  </a:cubicBezTo>
                  <a:lnTo>
                    <a:pt x="8842" y="6728"/>
                  </a:lnTo>
                  <a:cubicBezTo>
                    <a:pt x="8554" y="5054"/>
                    <a:pt x="8182" y="3314"/>
                    <a:pt x="7168" y="1928"/>
                  </a:cubicBezTo>
                  <a:cubicBezTo>
                    <a:pt x="6323" y="760"/>
                    <a:pt x="4988" y="1"/>
                    <a:pt x="377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8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86" name="Google Shape;1686;p79"/>
            <p:cNvGrpSpPr/>
            <p:nvPr/>
          </p:nvGrpSpPr>
          <p:grpSpPr>
            <a:xfrm rot="5400000">
              <a:off x="1287120" y="2294280"/>
              <a:ext cx="575161" cy="188875"/>
              <a:chOff x="6872640" y="3345236"/>
              <a:chExt cx="575161" cy="188875"/>
            </a:xfrm>
          </p:grpSpPr>
          <p:sp>
            <p:nvSpPr>
              <p:cNvPr id="1687" name="Google Shape;1687;p79"/>
              <p:cNvSpPr/>
              <p:nvPr/>
            </p:nvSpPr>
            <p:spPr>
              <a:xfrm>
                <a:off x="7327202" y="3345236"/>
                <a:ext cx="120600" cy="1206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1688;p79"/>
              <p:cNvSpPr/>
              <p:nvPr/>
            </p:nvSpPr>
            <p:spPr>
              <a:xfrm>
                <a:off x="6872640" y="3488811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89" name="Google Shape;1689;p79"/>
            <p:cNvSpPr/>
            <p:nvPr/>
          </p:nvSpPr>
          <p:spPr>
            <a:xfrm>
              <a:off x="2065075" y="1263000"/>
              <a:ext cx="1484800" cy="2654025"/>
            </a:xfrm>
            <a:custGeom>
              <a:avLst/>
              <a:gdLst/>
              <a:ahLst/>
              <a:cxnLst/>
              <a:rect l="l" t="t" r="r" b="b"/>
              <a:pathLst>
                <a:path w="59392" h="106161" extrusionOk="0">
                  <a:moveTo>
                    <a:pt x="4634" y="0"/>
                  </a:moveTo>
                  <a:cubicBezTo>
                    <a:pt x="2077" y="0"/>
                    <a:pt x="0" y="2078"/>
                    <a:pt x="0" y="4634"/>
                  </a:cubicBezTo>
                  <a:lnTo>
                    <a:pt x="0" y="101504"/>
                  </a:lnTo>
                  <a:cubicBezTo>
                    <a:pt x="0" y="104084"/>
                    <a:pt x="2077" y="106161"/>
                    <a:pt x="4634" y="106161"/>
                  </a:cubicBezTo>
                  <a:lnTo>
                    <a:pt x="54735" y="106161"/>
                  </a:lnTo>
                  <a:cubicBezTo>
                    <a:pt x="57315" y="106161"/>
                    <a:pt x="59392" y="104084"/>
                    <a:pt x="59392" y="101504"/>
                  </a:cubicBezTo>
                  <a:lnTo>
                    <a:pt x="59392" y="4634"/>
                  </a:lnTo>
                  <a:cubicBezTo>
                    <a:pt x="59392" y="2078"/>
                    <a:pt x="57315" y="0"/>
                    <a:pt x="547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79"/>
            <p:cNvSpPr/>
            <p:nvPr/>
          </p:nvSpPr>
          <p:spPr>
            <a:xfrm>
              <a:off x="2144950" y="1339475"/>
              <a:ext cx="1324475" cy="2500525"/>
            </a:xfrm>
            <a:custGeom>
              <a:avLst/>
              <a:gdLst/>
              <a:ahLst/>
              <a:cxnLst/>
              <a:rect l="l" t="t" r="r" b="b"/>
              <a:pathLst>
                <a:path w="52979" h="100021" extrusionOk="0">
                  <a:moveTo>
                    <a:pt x="4178" y="0"/>
                  </a:moveTo>
                  <a:cubicBezTo>
                    <a:pt x="1872" y="0"/>
                    <a:pt x="1" y="1872"/>
                    <a:pt x="1" y="4177"/>
                  </a:cubicBezTo>
                  <a:lnTo>
                    <a:pt x="1" y="95843"/>
                  </a:lnTo>
                  <a:cubicBezTo>
                    <a:pt x="1" y="98149"/>
                    <a:pt x="1872" y="100020"/>
                    <a:pt x="4178" y="100020"/>
                  </a:cubicBezTo>
                  <a:lnTo>
                    <a:pt x="48801" y="100020"/>
                  </a:lnTo>
                  <a:cubicBezTo>
                    <a:pt x="51107" y="100020"/>
                    <a:pt x="52978" y="98149"/>
                    <a:pt x="52978" y="95843"/>
                  </a:cubicBezTo>
                  <a:lnTo>
                    <a:pt x="52978" y="4177"/>
                  </a:lnTo>
                  <a:cubicBezTo>
                    <a:pt x="52978" y="1872"/>
                    <a:pt x="51107" y="0"/>
                    <a:pt x="4880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79"/>
            <p:cNvSpPr/>
            <p:nvPr/>
          </p:nvSpPr>
          <p:spPr>
            <a:xfrm>
              <a:off x="2498750" y="1270275"/>
              <a:ext cx="617450" cy="157104"/>
            </a:xfrm>
            <a:custGeom>
              <a:avLst/>
              <a:gdLst/>
              <a:ahLst/>
              <a:cxnLst/>
              <a:rect l="l" t="t" r="r" b="b"/>
              <a:pathLst>
                <a:path w="24698" h="8036" extrusionOk="0">
                  <a:moveTo>
                    <a:pt x="0" y="1"/>
                  </a:moveTo>
                  <a:lnTo>
                    <a:pt x="0" y="5844"/>
                  </a:lnTo>
                  <a:cubicBezTo>
                    <a:pt x="0" y="7054"/>
                    <a:pt x="982" y="8035"/>
                    <a:pt x="2192" y="8035"/>
                  </a:cubicBezTo>
                  <a:lnTo>
                    <a:pt x="22506" y="8035"/>
                  </a:lnTo>
                  <a:cubicBezTo>
                    <a:pt x="23716" y="8035"/>
                    <a:pt x="24697" y="7054"/>
                    <a:pt x="24697" y="5844"/>
                  </a:cubicBezTo>
                  <a:lnTo>
                    <a:pt x="246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79"/>
            <p:cNvSpPr/>
            <p:nvPr/>
          </p:nvSpPr>
          <p:spPr>
            <a:xfrm>
              <a:off x="2107300" y="3514700"/>
              <a:ext cx="1384950" cy="374950"/>
            </a:xfrm>
            <a:custGeom>
              <a:avLst/>
              <a:gdLst/>
              <a:ahLst/>
              <a:cxnLst/>
              <a:rect l="l" t="t" r="r" b="b"/>
              <a:pathLst>
                <a:path w="55398" h="14998" extrusionOk="0">
                  <a:moveTo>
                    <a:pt x="0" y="1"/>
                  </a:moveTo>
                  <a:lnTo>
                    <a:pt x="0" y="14997"/>
                  </a:lnTo>
                  <a:lnTo>
                    <a:pt x="55397" y="14997"/>
                  </a:lnTo>
                  <a:lnTo>
                    <a:pt x="5539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79"/>
            <p:cNvSpPr/>
            <p:nvPr/>
          </p:nvSpPr>
          <p:spPr>
            <a:xfrm>
              <a:off x="3503625" y="1540325"/>
              <a:ext cx="74775" cy="341825"/>
            </a:xfrm>
            <a:custGeom>
              <a:avLst/>
              <a:gdLst/>
              <a:ahLst/>
              <a:cxnLst/>
              <a:rect l="l" t="t" r="r" b="b"/>
              <a:pathLst>
                <a:path w="2991" h="13673" extrusionOk="0">
                  <a:moveTo>
                    <a:pt x="1" y="1"/>
                  </a:moveTo>
                  <a:lnTo>
                    <a:pt x="1" y="13673"/>
                  </a:lnTo>
                  <a:lnTo>
                    <a:pt x="1347" y="13673"/>
                  </a:lnTo>
                  <a:cubicBezTo>
                    <a:pt x="2260" y="13673"/>
                    <a:pt x="2991" y="12920"/>
                    <a:pt x="2991" y="12007"/>
                  </a:cubicBezTo>
                  <a:lnTo>
                    <a:pt x="2991" y="1644"/>
                  </a:lnTo>
                  <a:cubicBezTo>
                    <a:pt x="2991" y="731"/>
                    <a:pt x="2260" y="1"/>
                    <a:pt x="1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79"/>
            <p:cNvSpPr/>
            <p:nvPr/>
          </p:nvSpPr>
          <p:spPr>
            <a:xfrm>
              <a:off x="2035975" y="1540325"/>
              <a:ext cx="75350" cy="341825"/>
            </a:xfrm>
            <a:custGeom>
              <a:avLst/>
              <a:gdLst/>
              <a:ahLst/>
              <a:cxnLst/>
              <a:rect l="l" t="t" r="r" b="b"/>
              <a:pathLst>
                <a:path w="3014" h="13673" extrusionOk="0">
                  <a:moveTo>
                    <a:pt x="1666" y="1"/>
                  </a:moveTo>
                  <a:cubicBezTo>
                    <a:pt x="753" y="1"/>
                    <a:pt x="0" y="731"/>
                    <a:pt x="0" y="1644"/>
                  </a:cubicBezTo>
                  <a:lnTo>
                    <a:pt x="0" y="12007"/>
                  </a:lnTo>
                  <a:cubicBezTo>
                    <a:pt x="0" y="12920"/>
                    <a:pt x="753" y="13673"/>
                    <a:pt x="1666" y="13673"/>
                  </a:cubicBezTo>
                  <a:lnTo>
                    <a:pt x="3013" y="13673"/>
                  </a:lnTo>
                  <a:lnTo>
                    <a:pt x="301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79"/>
            <p:cNvSpPr/>
            <p:nvPr/>
          </p:nvSpPr>
          <p:spPr>
            <a:xfrm>
              <a:off x="3497350" y="2081850"/>
              <a:ext cx="74775" cy="341850"/>
            </a:xfrm>
            <a:custGeom>
              <a:avLst/>
              <a:gdLst/>
              <a:ahLst/>
              <a:cxnLst/>
              <a:rect l="l" t="t" r="r" b="b"/>
              <a:pathLst>
                <a:path w="2991" h="13674" extrusionOk="0">
                  <a:moveTo>
                    <a:pt x="1" y="1"/>
                  </a:moveTo>
                  <a:lnTo>
                    <a:pt x="1" y="13673"/>
                  </a:lnTo>
                  <a:lnTo>
                    <a:pt x="1325" y="13673"/>
                  </a:lnTo>
                  <a:cubicBezTo>
                    <a:pt x="2238" y="13673"/>
                    <a:pt x="2991" y="12943"/>
                    <a:pt x="2991" y="12030"/>
                  </a:cubicBezTo>
                  <a:lnTo>
                    <a:pt x="2991" y="1644"/>
                  </a:lnTo>
                  <a:cubicBezTo>
                    <a:pt x="2991" y="731"/>
                    <a:pt x="2238" y="1"/>
                    <a:pt x="13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79"/>
            <p:cNvSpPr/>
            <p:nvPr/>
          </p:nvSpPr>
          <p:spPr>
            <a:xfrm>
              <a:off x="2692200" y="3600300"/>
              <a:ext cx="230550" cy="230575"/>
            </a:xfrm>
            <a:custGeom>
              <a:avLst/>
              <a:gdLst/>
              <a:ahLst/>
              <a:cxnLst/>
              <a:rect l="l" t="t" r="r" b="b"/>
              <a:pathLst>
                <a:path w="9222" h="9223" extrusionOk="0">
                  <a:moveTo>
                    <a:pt x="4611" y="1"/>
                  </a:moveTo>
                  <a:cubicBezTo>
                    <a:pt x="2054" y="1"/>
                    <a:pt x="0" y="2078"/>
                    <a:pt x="0" y="4611"/>
                  </a:cubicBezTo>
                  <a:cubicBezTo>
                    <a:pt x="0" y="7168"/>
                    <a:pt x="2054" y="9222"/>
                    <a:pt x="4611" y="9222"/>
                  </a:cubicBezTo>
                  <a:cubicBezTo>
                    <a:pt x="7144" y="9222"/>
                    <a:pt x="9222" y="7168"/>
                    <a:pt x="9222" y="4611"/>
                  </a:cubicBezTo>
                  <a:cubicBezTo>
                    <a:pt x="9222" y="2078"/>
                    <a:pt x="7144" y="1"/>
                    <a:pt x="461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0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7" name="Google Shape;1697;p79"/>
            <p:cNvSpPr/>
            <p:nvPr/>
          </p:nvSpPr>
          <p:spPr>
            <a:xfrm>
              <a:off x="2262500" y="1497525"/>
              <a:ext cx="461675" cy="461675"/>
            </a:xfrm>
            <a:custGeom>
              <a:avLst/>
              <a:gdLst/>
              <a:ahLst/>
              <a:cxnLst/>
              <a:rect l="l" t="t" r="r" b="b"/>
              <a:pathLst>
                <a:path w="18467" h="18467" extrusionOk="0">
                  <a:moveTo>
                    <a:pt x="2466" y="1"/>
                  </a:moveTo>
                  <a:cubicBezTo>
                    <a:pt x="1119" y="1"/>
                    <a:pt x="1" y="1096"/>
                    <a:pt x="1" y="2466"/>
                  </a:cubicBezTo>
                  <a:lnTo>
                    <a:pt x="1" y="16001"/>
                  </a:lnTo>
                  <a:cubicBezTo>
                    <a:pt x="1" y="17371"/>
                    <a:pt x="1119" y="18466"/>
                    <a:pt x="2466" y="18466"/>
                  </a:cubicBezTo>
                  <a:lnTo>
                    <a:pt x="16001" y="18466"/>
                  </a:lnTo>
                  <a:cubicBezTo>
                    <a:pt x="17371" y="18466"/>
                    <a:pt x="18466" y="17371"/>
                    <a:pt x="18466" y="16001"/>
                  </a:cubicBezTo>
                  <a:lnTo>
                    <a:pt x="18466" y="2466"/>
                  </a:lnTo>
                  <a:cubicBezTo>
                    <a:pt x="18466" y="1096"/>
                    <a:pt x="17371" y="1"/>
                    <a:pt x="160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11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8" name="Google Shape;1698;p79"/>
            <p:cNvSpPr/>
            <p:nvPr/>
          </p:nvSpPr>
          <p:spPr>
            <a:xfrm>
              <a:off x="2804025" y="1597400"/>
              <a:ext cx="547850" cy="30825"/>
            </a:xfrm>
            <a:custGeom>
              <a:avLst/>
              <a:gdLst/>
              <a:ahLst/>
              <a:cxnLst/>
              <a:rect l="l" t="t" r="r" b="b"/>
              <a:pathLst>
                <a:path w="21914" h="1233" extrusionOk="0">
                  <a:moveTo>
                    <a:pt x="617" y="0"/>
                  </a:moveTo>
                  <a:cubicBezTo>
                    <a:pt x="275" y="0"/>
                    <a:pt x="1" y="297"/>
                    <a:pt x="1" y="616"/>
                  </a:cubicBezTo>
                  <a:cubicBezTo>
                    <a:pt x="1" y="959"/>
                    <a:pt x="275" y="1233"/>
                    <a:pt x="617" y="1233"/>
                  </a:cubicBezTo>
                  <a:lnTo>
                    <a:pt x="21297" y="1233"/>
                  </a:lnTo>
                  <a:cubicBezTo>
                    <a:pt x="21639" y="1233"/>
                    <a:pt x="21913" y="959"/>
                    <a:pt x="21913" y="616"/>
                  </a:cubicBezTo>
                  <a:cubicBezTo>
                    <a:pt x="21913" y="297"/>
                    <a:pt x="21639" y="0"/>
                    <a:pt x="212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9" name="Google Shape;1699;p79"/>
            <p:cNvSpPr/>
            <p:nvPr/>
          </p:nvSpPr>
          <p:spPr>
            <a:xfrm>
              <a:off x="2804025" y="1674425"/>
              <a:ext cx="547850" cy="30850"/>
            </a:xfrm>
            <a:custGeom>
              <a:avLst/>
              <a:gdLst/>
              <a:ahLst/>
              <a:cxnLst/>
              <a:rect l="l" t="t" r="r" b="b"/>
              <a:pathLst>
                <a:path w="21914" h="1234" extrusionOk="0">
                  <a:moveTo>
                    <a:pt x="617" y="0"/>
                  </a:moveTo>
                  <a:cubicBezTo>
                    <a:pt x="275" y="0"/>
                    <a:pt x="1" y="274"/>
                    <a:pt x="1" y="617"/>
                  </a:cubicBezTo>
                  <a:cubicBezTo>
                    <a:pt x="1" y="959"/>
                    <a:pt x="275" y="1233"/>
                    <a:pt x="617" y="1233"/>
                  </a:cubicBezTo>
                  <a:lnTo>
                    <a:pt x="21297" y="1233"/>
                  </a:lnTo>
                  <a:cubicBezTo>
                    <a:pt x="21639" y="1233"/>
                    <a:pt x="21913" y="959"/>
                    <a:pt x="21913" y="617"/>
                  </a:cubicBezTo>
                  <a:cubicBezTo>
                    <a:pt x="21913" y="274"/>
                    <a:pt x="21639" y="0"/>
                    <a:pt x="212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0" name="Google Shape;1700;p79"/>
            <p:cNvSpPr/>
            <p:nvPr/>
          </p:nvSpPr>
          <p:spPr>
            <a:xfrm>
              <a:off x="2804025" y="1751450"/>
              <a:ext cx="547850" cy="30850"/>
            </a:xfrm>
            <a:custGeom>
              <a:avLst/>
              <a:gdLst/>
              <a:ahLst/>
              <a:cxnLst/>
              <a:rect l="l" t="t" r="r" b="b"/>
              <a:pathLst>
                <a:path w="21914" h="1234" extrusionOk="0">
                  <a:moveTo>
                    <a:pt x="617" y="1"/>
                  </a:moveTo>
                  <a:cubicBezTo>
                    <a:pt x="275" y="1"/>
                    <a:pt x="1" y="275"/>
                    <a:pt x="1" y="617"/>
                  </a:cubicBezTo>
                  <a:cubicBezTo>
                    <a:pt x="1" y="960"/>
                    <a:pt x="275" y="1233"/>
                    <a:pt x="617" y="1233"/>
                  </a:cubicBezTo>
                  <a:lnTo>
                    <a:pt x="21297" y="1233"/>
                  </a:lnTo>
                  <a:cubicBezTo>
                    <a:pt x="21639" y="1233"/>
                    <a:pt x="21913" y="960"/>
                    <a:pt x="21913" y="617"/>
                  </a:cubicBezTo>
                  <a:cubicBezTo>
                    <a:pt x="21913" y="275"/>
                    <a:pt x="21639" y="1"/>
                    <a:pt x="212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1" name="Google Shape;1701;p79"/>
            <p:cNvSpPr/>
            <p:nvPr/>
          </p:nvSpPr>
          <p:spPr>
            <a:xfrm>
              <a:off x="2804025" y="1828500"/>
              <a:ext cx="547850" cy="30825"/>
            </a:xfrm>
            <a:custGeom>
              <a:avLst/>
              <a:gdLst/>
              <a:ahLst/>
              <a:cxnLst/>
              <a:rect l="l" t="t" r="r" b="b"/>
              <a:pathLst>
                <a:path w="21914" h="1233" extrusionOk="0">
                  <a:moveTo>
                    <a:pt x="617" y="0"/>
                  </a:moveTo>
                  <a:cubicBezTo>
                    <a:pt x="275" y="0"/>
                    <a:pt x="1" y="274"/>
                    <a:pt x="1" y="617"/>
                  </a:cubicBezTo>
                  <a:cubicBezTo>
                    <a:pt x="1" y="959"/>
                    <a:pt x="275" y="1233"/>
                    <a:pt x="617" y="1233"/>
                  </a:cubicBezTo>
                  <a:lnTo>
                    <a:pt x="21297" y="1233"/>
                  </a:lnTo>
                  <a:cubicBezTo>
                    <a:pt x="21639" y="1233"/>
                    <a:pt x="21913" y="959"/>
                    <a:pt x="21913" y="617"/>
                  </a:cubicBezTo>
                  <a:cubicBezTo>
                    <a:pt x="21913" y="274"/>
                    <a:pt x="21639" y="0"/>
                    <a:pt x="2129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2" name="Google Shape;1702;p79"/>
            <p:cNvSpPr/>
            <p:nvPr/>
          </p:nvSpPr>
          <p:spPr>
            <a:xfrm>
              <a:off x="2383475" y="1580850"/>
              <a:ext cx="215725" cy="295025"/>
            </a:xfrm>
            <a:custGeom>
              <a:avLst/>
              <a:gdLst/>
              <a:ahLst/>
              <a:cxnLst/>
              <a:rect l="l" t="t" r="r" b="b"/>
              <a:pathLst>
                <a:path w="8629" h="11801" extrusionOk="0">
                  <a:moveTo>
                    <a:pt x="4315" y="0"/>
                  </a:moveTo>
                  <a:cubicBezTo>
                    <a:pt x="2899" y="0"/>
                    <a:pt x="1758" y="1141"/>
                    <a:pt x="1758" y="2557"/>
                  </a:cubicBezTo>
                  <a:cubicBezTo>
                    <a:pt x="1758" y="3743"/>
                    <a:pt x="2580" y="4748"/>
                    <a:pt x="3676" y="5022"/>
                  </a:cubicBezTo>
                  <a:cubicBezTo>
                    <a:pt x="1598" y="5501"/>
                    <a:pt x="1" y="8240"/>
                    <a:pt x="1" y="11573"/>
                  </a:cubicBezTo>
                  <a:cubicBezTo>
                    <a:pt x="1" y="11664"/>
                    <a:pt x="1" y="11732"/>
                    <a:pt x="1" y="11801"/>
                  </a:cubicBezTo>
                  <a:lnTo>
                    <a:pt x="8629" y="11801"/>
                  </a:lnTo>
                  <a:cubicBezTo>
                    <a:pt x="8629" y="11732"/>
                    <a:pt x="8629" y="11664"/>
                    <a:pt x="8629" y="11573"/>
                  </a:cubicBezTo>
                  <a:cubicBezTo>
                    <a:pt x="8629" y="8240"/>
                    <a:pt x="7031" y="5501"/>
                    <a:pt x="4931" y="5022"/>
                  </a:cubicBezTo>
                  <a:cubicBezTo>
                    <a:pt x="6049" y="4748"/>
                    <a:pt x="6871" y="3743"/>
                    <a:pt x="6871" y="2557"/>
                  </a:cubicBezTo>
                  <a:cubicBezTo>
                    <a:pt x="6871" y="1141"/>
                    <a:pt x="5730" y="0"/>
                    <a:pt x="43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3" name="Google Shape;1703;p79"/>
            <p:cNvGrpSpPr/>
            <p:nvPr/>
          </p:nvGrpSpPr>
          <p:grpSpPr>
            <a:xfrm>
              <a:off x="2118700" y="1980850"/>
              <a:ext cx="1302775" cy="1309625"/>
              <a:chOff x="2292125" y="1980850"/>
              <a:chExt cx="1302775" cy="1309625"/>
            </a:xfrm>
          </p:grpSpPr>
          <p:sp>
            <p:nvSpPr>
              <p:cNvPr id="1704" name="Google Shape;1704;p79"/>
              <p:cNvSpPr/>
              <p:nvPr/>
            </p:nvSpPr>
            <p:spPr>
              <a:xfrm>
                <a:off x="3148650" y="1980850"/>
                <a:ext cx="71350" cy="99325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73" extrusionOk="0">
                    <a:moveTo>
                      <a:pt x="2854" y="1"/>
                    </a:moveTo>
                    <a:lnTo>
                      <a:pt x="1" y="1986"/>
                    </a:lnTo>
                    <a:lnTo>
                      <a:pt x="2854" y="3972"/>
                    </a:lnTo>
                    <a:lnTo>
                      <a:pt x="285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79"/>
              <p:cNvSpPr/>
              <p:nvPr/>
            </p:nvSpPr>
            <p:spPr>
              <a:xfrm>
                <a:off x="3061925" y="1980850"/>
                <a:ext cx="71350" cy="99325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73" extrusionOk="0">
                    <a:moveTo>
                      <a:pt x="2853" y="1"/>
                    </a:moveTo>
                    <a:lnTo>
                      <a:pt x="0" y="1986"/>
                    </a:lnTo>
                    <a:lnTo>
                      <a:pt x="2853" y="3972"/>
                    </a:lnTo>
                    <a:lnTo>
                      <a:pt x="285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79"/>
              <p:cNvSpPr/>
              <p:nvPr/>
            </p:nvSpPr>
            <p:spPr>
              <a:xfrm>
                <a:off x="2975175" y="1980850"/>
                <a:ext cx="70775" cy="99325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3973" extrusionOk="0">
                    <a:moveTo>
                      <a:pt x="2831" y="1"/>
                    </a:moveTo>
                    <a:lnTo>
                      <a:pt x="1" y="1986"/>
                    </a:lnTo>
                    <a:lnTo>
                      <a:pt x="2831" y="3972"/>
                    </a:lnTo>
                    <a:lnTo>
                      <a:pt x="283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Google Shape;1707;p79"/>
              <p:cNvSpPr/>
              <p:nvPr/>
            </p:nvSpPr>
            <p:spPr>
              <a:xfrm>
                <a:off x="2887875" y="1980850"/>
                <a:ext cx="71350" cy="99325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73" extrusionOk="0">
                    <a:moveTo>
                      <a:pt x="2854" y="1"/>
                    </a:moveTo>
                    <a:lnTo>
                      <a:pt x="0" y="1986"/>
                    </a:lnTo>
                    <a:lnTo>
                      <a:pt x="2854" y="3972"/>
                    </a:lnTo>
                    <a:lnTo>
                      <a:pt x="285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79"/>
              <p:cNvSpPr/>
              <p:nvPr/>
            </p:nvSpPr>
            <p:spPr>
              <a:xfrm>
                <a:off x="3524125" y="3191725"/>
                <a:ext cx="70775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3950" extrusionOk="0">
                    <a:moveTo>
                      <a:pt x="2831" y="1"/>
                    </a:moveTo>
                    <a:lnTo>
                      <a:pt x="1" y="1987"/>
                    </a:lnTo>
                    <a:lnTo>
                      <a:pt x="2831" y="3950"/>
                    </a:lnTo>
                    <a:lnTo>
                      <a:pt x="283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79"/>
              <p:cNvSpPr/>
              <p:nvPr/>
            </p:nvSpPr>
            <p:spPr>
              <a:xfrm>
                <a:off x="3436825" y="3191725"/>
                <a:ext cx="7135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50" extrusionOk="0">
                    <a:moveTo>
                      <a:pt x="2853" y="1"/>
                    </a:moveTo>
                    <a:lnTo>
                      <a:pt x="0" y="1987"/>
                    </a:lnTo>
                    <a:lnTo>
                      <a:pt x="2853" y="3950"/>
                    </a:lnTo>
                    <a:lnTo>
                      <a:pt x="285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79"/>
              <p:cNvSpPr/>
              <p:nvPr/>
            </p:nvSpPr>
            <p:spPr>
              <a:xfrm>
                <a:off x="3350075" y="3191725"/>
                <a:ext cx="71375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55" h="3950" extrusionOk="0">
                    <a:moveTo>
                      <a:pt x="2854" y="1"/>
                    </a:moveTo>
                    <a:lnTo>
                      <a:pt x="1" y="1987"/>
                    </a:lnTo>
                    <a:lnTo>
                      <a:pt x="2854" y="3950"/>
                    </a:lnTo>
                    <a:lnTo>
                      <a:pt x="285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79"/>
              <p:cNvSpPr/>
              <p:nvPr/>
            </p:nvSpPr>
            <p:spPr>
              <a:xfrm>
                <a:off x="3263350" y="3191725"/>
                <a:ext cx="70775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3950" extrusionOk="0">
                    <a:moveTo>
                      <a:pt x="2831" y="1"/>
                    </a:moveTo>
                    <a:lnTo>
                      <a:pt x="0" y="1987"/>
                    </a:lnTo>
                    <a:lnTo>
                      <a:pt x="2831" y="3950"/>
                    </a:lnTo>
                    <a:lnTo>
                      <a:pt x="283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79"/>
              <p:cNvSpPr/>
              <p:nvPr/>
            </p:nvSpPr>
            <p:spPr>
              <a:xfrm>
                <a:off x="3018550" y="2566325"/>
                <a:ext cx="7135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50" extrusionOk="0">
                    <a:moveTo>
                      <a:pt x="2854" y="0"/>
                    </a:moveTo>
                    <a:lnTo>
                      <a:pt x="0" y="1963"/>
                    </a:lnTo>
                    <a:lnTo>
                      <a:pt x="2854" y="3949"/>
                    </a:lnTo>
                    <a:lnTo>
                      <a:pt x="285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Google Shape;1713;p79"/>
              <p:cNvSpPr/>
              <p:nvPr/>
            </p:nvSpPr>
            <p:spPr>
              <a:xfrm>
                <a:off x="2931800" y="2566325"/>
                <a:ext cx="7080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32" h="3950" extrusionOk="0">
                    <a:moveTo>
                      <a:pt x="2831" y="0"/>
                    </a:moveTo>
                    <a:lnTo>
                      <a:pt x="1" y="1963"/>
                    </a:lnTo>
                    <a:lnTo>
                      <a:pt x="2831" y="3949"/>
                    </a:lnTo>
                    <a:lnTo>
                      <a:pt x="28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Google Shape;1714;p79"/>
              <p:cNvSpPr/>
              <p:nvPr/>
            </p:nvSpPr>
            <p:spPr>
              <a:xfrm>
                <a:off x="2844500" y="2566325"/>
                <a:ext cx="7135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50" extrusionOk="0">
                    <a:moveTo>
                      <a:pt x="2854" y="0"/>
                    </a:moveTo>
                    <a:lnTo>
                      <a:pt x="1" y="1963"/>
                    </a:lnTo>
                    <a:lnTo>
                      <a:pt x="2854" y="3949"/>
                    </a:lnTo>
                    <a:lnTo>
                      <a:pt x="285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79"/>
              <p:cNvSpPr/>
              <p:nvPr/>
            </p:nvSpPr>
            <p:spPr>
              <a:xfrm>
                <a:off x="2757775" y="2566325"/>
                <a:ext cx="7135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50" extrusionOk="0">
                    <a:moveTo>
                      <a:pt x="2853" y="0"/>
                    </a:moveTo>
                    <a:lnTo>
                      <a:pt x="0" y="1963"/>
                    </a:lnTo>
                    <a:lnTo>
                      <a:pt x="2853" y="3949"/>
                    </a:lnTo>
                    <a:lnTo>
                      <a:pt x="28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Google Shape;1716;p79"/>
              <p:cNvSpPr/>
              <p:nvPr/>
            </p:nvSpPr>
            <p:spPr>
              <a:xfrm>
                <a:off x="3018550" y="2566325"/>
                <a:ext cx="7135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50" extrusionOk="0">
                    <a:moveTo>
                      <a:pt x="2854" y="0"/>
                    </a:moveTo>
                    <a:lnTo>
                      <a:pt x="0" y="1963"/>
                    </a:lnTo>
                    <a:lnTo>
                      <a:pt x="2854" y="3949"/>
                    </a:lnTo>
                    <a:lnTo>
                      <a:pt x="285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Google Shape;1717;p79"/>
              <p:cNvSpPr/>
              <p:nvPr/>
            </p:nvSpPr>
            <p:spPr>
              <a:xfrm>
                <a:off x="2931800" y="2566325"/>
                <a:ext cx="7080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32" h="3950" extrusionOk="0">
                    <a:moveTo>
                      <a:pt x="2831" y="0"/>
                    </a:moveTo>
                    <a:lnTo>
                      <a:pt x="1" y="1963"/>
                    </a:lnTo>
                    <a:lnTo>
                      <a:pt x="2831" y="3949"/>
                    </a:lnTo>
                    <a:lnTo>
                      <a:pt x="28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Google Shape;1718;p79"/>
              <p:cNvSpPr/>
              <p:nvPr/>
            </p:nvSpPr>
            <p:spPr>
              <a:xfrm>
                <a:off x="2844500" y="2566325"/>
                <a:ext cx="7135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50" extrusionOk="0">
                    <a:moveTo>
                      <a:pt x="2854" y="0"/>
                    </a:moveTo>
                    <a:lnTo>
                      <a:pt x="1" y="1963"/>
                    </a:lnTo>
                    <a:lnTo>
                      <a:pt x="2854" y="3949"/>
                    </a:lnTo>
                    <a:lnTo>
                      <a:pt x="285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Google Shape;1719;p79"/>
              <p:cNvSpPr/>
              <p:nvPr/>
            </p:nvSpPr>
            <p:spPr>
              <a:xfrm>
                <a:off x="2757775" y="2566325"/>
                <a:ext cx="7135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50" extrusionOk="0">
                    <a:moveTo>
                      <a:pt x="2853" y="0"/>
                    </a:moveTo>
                    <a:lnTo>
                      <a:pt x="0" y="1963"/>
                    </a:lnTo>
                    <a:lnTo>
                      <a:pt x="2853" y="3949"/>
                    </a:lnTo>
                    <a:lnTo>
                      <a:pt x="2853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Google Shape;1720;p79"/>
              <p:cNvSpPr/>
              <p:nvPr/>
            </p:nvSpPr>
            <p:spPr>
              <a:xfrm>
                <a:off x="2532375" y="3015400"/>
                <a:ext cx="7135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50" extrusionOk="0">
                    <a:moveTo>
                      <a:pt x="0" y="1"/>
                    </a:moveTo>
                    <a:lnTo>
                      <a:pt x="0" y="3950"/>
                    </a:lnTo>
                    <a:lnTo>
                      <a:pt x="2853" y="198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Google Shape;1721;p79"/>
              <p:cNvSpPr/>
              <p:nvPr/>
            </p:nvSpPr>
            <p:spPr>
              <a:xfrm>
                <a:off x="2619100" y="3015400"/>
                <a:ext cx="7135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50" extrusionOk="0">
                    <a:moveTo>
                      <a:pt x="1" y="1"/>
                    </a:moveTo>
                    <a:lnTo>
                      <a:pt x="1" y="3950"/>
                    </a:lnTo>
                    <a:lnTo>
                      <a:pt x="2854" y="198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79"/>
              <p:cNvSpPr/>
              <p:nvPr/>
            </p:nvSpPr>
            <p:spPr>
              <a:xfrm>
                <a:off x="2705850" y="3015400"/>
                <a:ext cx="71350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50" extrusionOk="0">
                    <a:moveTo>
                      <a:pt x="0" y="1"/>
                    </a:moveTo>
                    <a:lnTo>
                      <a:pt x="0" y="3950"/>
                    </a:lnTo>
                    <a:lnTo>
                      <a:pt x="2853" y="198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79"/>
              <p:cNvSpPr/>
              <p:nvPr/>
            </p:nvSpPr>
            <p:spPr>
              <a:xfrm>
                <a:off x="2793150" y="3015400"/>
                <a:ext cx="70775" cy="98750"/>
              </a:xfrm>
              <a:custGeom>
                <a:avLst/>
                <a:gdLst/>
                <a:ahLst/>
                <a:cxnLst/>
                <a:rect l="l" t="t" r="r" b="b"/>
                <a:pathLst>
                  <a:path w="2831" h="3950" extrusionOk="0">
                    <a:moveTo>
                      <a:pt x="0" y="1"/>
                    </a:moveTo>
                    <a:lnTo>
                      <a:pt x="0" y="3950"/>
                    </a:lnTo>
                    <a:lnTo>
                      <a:pt x="2831" y="198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79"/>
              <p:cNvSpPr/>
              <p:nvPr/>
            </p:nvSpPr>
            <p:spPr>
              <a:xfrm>
                <a:off x="2292125" y="2201125"/>
                <a:ext cx="70800" cy="98725"/>
              </a:xfrm>
              <a:custGeom>
                <a:avLst/>
                <a:gdLst/>
                <a:ahLst/>
                <a:cxnLst/>
                <a:rect l="l" t="t" r="r" b="b"/>
                <a:pathLst>
                  <a:path w="2832" h="3949" extrusionOk="0">
                    <a:moveTo>
                      <a:pt x="1" y="0"/>
                    </a:moveTo>
                    <a:lnTo>
                      <a:pt x="1" y="3949"/>
                    </a:lnTo>
                    <a:lnTo>
                      <a:pt x="2831" y="198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79"/>
              <p:cNvSpPr/>
              <p:nvPr/>
            </p:nvSpPr>
            <p:spPr>
              <a:xfrm>
                <a:off x="2378875" y="2201125"/>
                <a:ext cx="71350" cy="98725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49" extrusionOk="0">
                    <a:moveTo>
                      <a:pt x="0" y="0"/>
                    </a:moveTo>
                    <a:lnTo>
                      <a:pt x="0" y="3949"/>
                    </a:lnTo>
                    <a:lnTo>
                      <a:pt x="2853" y="19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79"/>
              <p:cNvSpPr/>
              <p:nvPr/>
            </p:nvSpPr>
            <p:spPr>
              <a:xfrm>
                <a:off x="2465600" y="2201125"/>
                <a:ext cx="71350" cy="98725"/>
              </a:xfrm>
              <a:custGeom>
                <a:avLst/>
                <a:gdLst/>
                <a:ahLst/>
                <a:cxnLst/>
                <a:rect l="l" t="t" r="r" b="b"/>
                <a:pathLst>
                  <a:path w="2854" h="3949" extrusionOk="0">
                    <a:moveTo>
                      <a:pt x="1" y="0"/>
                    </a:moveTo>
                    <a:lnTo>
                      <a:pt x="1" y="3949"/>
                    </a:lnTo>
                    <a:lnTo>
                      <a:pt x="2854" y="198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Google Shape;1727;p79"/>
              <p:cNvSpPr/>
              <p:nvPr/>
            </p:nvSpPr>
            <p:spPr>
              <a:xfrm>
                <a:off x="2552900" y="2201125"/>
                <a:ext cx="70800" cy="98725"/>
              </a:xfrm>
              <a:custGeom>
                <a:avLst/>
                <a:gdLst/>
                <a:ahLst/>
                <a:cxnLst/>
                <a:rect l="l" t="t" r="r" b="b"/>
                <a:pathLst>
                  <a:path w="2832" h="3949" extrusionOk="0">
                    <a:moveTo>
                      <a:pt x="1" y="0"/>
                    </a:moveTo>
                    <a:lnTo>
                      <a:pt x="1" y="3949"/>
                    </a:lnTo>
                    <a:lnTo>
                      <a:pt x="2831" y="1986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28" name="Google Shape;1728;p79"/>
            <p:cNvGrpSpPr/>
            <p:nvPr/>
          </p:nvGrpSpPr>
          <p:grpSpPr>
            <a:xfrm>
              <a:off x="1606275" y="2799700"/>
              <a:ext cx="835425" cy="530150"/>
              <a:chOff x="1779700" y="2799700"/>
              <a:chExt cx="835425" cy="530150"/>
            </a:xfrm>
          </p:grpSpPr>
          <p:sp>
            <p:nvSpPr>
              <p:cNvPr id="1729" name="Google Shape;1729;p79"/>
              <p:cNvSpPr/>
              <p:nvPr/>
            </p:nvSpPr>
            <p:spPr>
              <a:xfrm>
                <a:off x="1779700" y="2799700"/>
                <a:ext cx="835425" cy="530150"/>
              </a:xfrm>
              <a:custGeom>
                <a:avLst/>
                <a:gdLst/>
                <a:ahLst/>
                <a:cxnLst/>
                <a:rect l="l" t="t" r="r" b="b"/>
                <a:pathLst>
                  <a:path w="33417" h="21206" extrusionOk="0">
                    <a:moveTo>
                      <a:pt x="3835" y="1"/>
                    </a:moveTo>
                    <a:cubicBezTo>
                      <a:pt x="1713" y="1"/>
                      <a:pt x="1" y="1736"/>
                      <a:pt x="1" y="3836"/>
                    </a:cubicBezTo>
                    <a:lnTo>
                      <a:pt x="1" y="17371"/>
                    </a:lnTo>
                    <a:cubicBezTo>
                      <a:pt x="1" y="19494"/>
                      <a:pt x="1713" y="21206"/>
                      <a:pt x="3835" y="21206"/>
                    </a:cubicBezTo>
                    <a:lnTo>
                      <a:pt x="29582" y="21206"/>
                    </a:lnTo>
                    <a:cubicBezTo>
                      <a:pt x="31705" y="21206"/>
                      <a:pt x="33417" y="19494"/>
                      <a:pt x="33417" y="17371"/>
                    </a:cubicBezTo>
                    <a:lnTo>
                      <a:pt x="33417" y="3836"/>
                    </a:lnTo>
                    <a:cubicBezTo>
                      <a:pt x="33417" y="1736"/>
                      <a:pt x="31705" y="1"/>
                      <a:pt x="29582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099331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Google Shape;1730;p79"/>
              <p:cNvSpPr/>
              <p:nvPr/>
            </p:nvSpPr>
            <p:spPr>
              <a:xfrm>
                <a:off x="2013650" y="2880750"/>
                <a:ext cx="368100" cy="368075"/>
              </a:xfrm>
              <a:custGeom>
                <a:avLst/>
                <a:gdLst/>
                <a:ahLst/>
                <a:cxnLst/>
                <a:rect l="l" t="t" r="r" b="b"/>
                <a:pathLst>
                  <a:path w="14724" h="14723" extrusionOk="0">
                    <a:moveTo>
                      <a:pt x="7351" y="0"/>
                    </a:moveTo>
                    <a:cubicBezTo>
                      <a:pt x="3288" y="0"/>
                      <a:pt x="1" y="3287"/>
                      <a:pt x="1" y="7373"/>
                    </a:cubicBezTo>
                    <a:cubicBezTo>
                      <a:pt x="1" y="11436"/>
                      <a:pt x="3288" y="14722"/>
                      <a:pt x="7351" y="14722"/>
                    </a:cubicBezTo>
                    <a:cubicBezTo>
                      <a:pt x="11414" y="14722"/>
                      <a:pt x="14723" y="11436"/>
                      <a:pt x="14723" y="7373"/>
                    </a:cubicBezTo>
                    <a:cubicBezTo>
                      <a:pt x="14723" y="3287"/>
                      <a:pt x="11414" y="0"/>
                      <a:pt x="73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Google Shape;1731;p79"/>
              <p:cNvSpPr/>
              <p:nvPr/>
            </p:nvSpPr>
            <p:spPr>
              <a:xfrm>
                <a:off x="2116075" y="2970325"/>
                <a:ext cx="163225" cy="188900"/>
              </a:xfrm>
              <a:custGeom>
                <a:avLst/>
                <a:gdLst/>
                <a:ahLst/>
                <a:cxnLst/>
                <a:rect l="l" t="t" r="r" b="b"/>
                <a:pathLst>
                  <a:path w="6529" h="7556" extrusionOk="0">
                    <a:moveTo>
                      <a:pt x="1" y="1"/>
                    </a:moveTo>
                    <a:lnTo>
                      <a:pt x="1" y="7556"/>
                    </a:lnTo>
                    <a:lnTo>
                      <a:pt x="6529" y="3790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32" name="Google Shape;1732;p79"/>
            <p:cNvGrpSpPr/>
            <p:nvPr/>
          </p:nvGrpSpPr>
          <p:grpSpPr>
            <a:xfrm>
              <a:off x="3314175" y="3021125"/>
              <a:ext cx="631725" cy="439975"/>
              <a:chOff x="3487600" y="3021125"/>
              <a:chExt cx="631725" cy="439975"/>
            </a:xfrm>
          </p:grpSpPr>
          <p:sp>
            <p:nvSpPr>
              <p:cNvPr id="1733" name="Google Shape;1733;p79"/>
              <p:cNvSpPr/>
              <p:nvPr/>
            </p:nvSpPr>
            <p:spPr>
              <a:xfrm>
                <a:off x="3487600" y="3021125"/>
                <a:ext cx="631725" cy="198025"/>
              </a:xfrm>
              <a:custGeom>
                <a:avLst/>
                <a:gdLst/>
                <a:ahLst/>
                <a:cxnLst/>
                <a:rect l="l" t="t" r="r" b="b"/>
                <a:pathLst>
                  <a:path w="25269" h="7921" extrusionOk="0">
                    <a:moveTo>
                      <a:pt x="3972" y="0"/>
                    </a:moveTo>
                    <a:cubicBezTo>
                      <a:pt x="1781" y="0"/>
                      <a:pt x="1" y="1780"/>
                      <a:pt x="1" y="3949"/>
                    </a:cubicBezTo>
                    <a:cubicBezTo>
                      <a:pt x="1" y="6140"/>
                      <a:pt x="1781" y="7920"/>
                      <a:pt x="3972" y="7920"/>
                    </a:cubicBezTo>
                    <a:lnTo>
                      <a:pt x="21297" y="7920"/>
                    </a:lnTo>
                    <a:cubicBezTo>
                      <a:pt x="23488" y="7920"/>
                      <a:pt x="25268" y="6140"/>
                      <a:pt x="25268" y="3949"/>
                    </a:cubicBezTo>
                    <a:cubicBezTo>
                      <a:pt x="25268" y="1780"/>
                      <a:pt x="23488" y="0"/>
                      <a:pt x="21297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352EE"/>
                  </a:gs>
                  <a:gs pos="100000">
                    <a:srgbClr val="7882F3"/>
                  </a:gs>
                </a:gsLst>
                <a:lin ang="10801400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79"/>
              <p:cNvSpPr/>
              <p:nvPr/>
            </p:nvSpPr>
            <p:spPr>
              <a:xfrm>
                <a:off x="3551525" y="3050800"/>
                <a:ext cx="138100" cy="138675"/>
              </a:xfrm>
              <a:custGeom>
                <a:avLst/>
                <a:gdLst/>
                <a:ahLst/>
                <a:cxnLst/>
                <a:rect l="l" t="t" r="r" b="b"/>
                <a:pathLst>
                  <a:path w="5524" h="5547" extrusionOk="0">
                    <a:moveTo>
                      <a:pt x="2762" y="0"/>
                    </a:moveTo>
                    <a:cubicBezTo>
                      <a:pt x="1233" y="0"/>
                      <a:pt x="0" y="1233"/>
                      <a:pt x="0" y="2762"/>
                    </a:cubicBezTo>
                    <a:cubicBezTo>
                      <a:pt x="0" y="4291"/>
                      <a:pt x="1233" y="5547"/>
                      <a:pt x="2762" y="5547"/>
                    </a:cubicBezTo>
                    <a:cubicBezTo>
                      <a:pt x="4291" y="5547"/>
                      <a:pt x="5524" y="4291"/>
                      <a:pt x="5524" y="2762"/>
                    </a:cubicBezTo>
                    <a:cubicBezTo>
                      <a:pt x="5524" y="1233"/>
                      <a:pt x="4291" y="0"/>
                      <a:pt x="276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79"/>
              <p:cNvSpPr/>
              <p:nvPr/>
            </p:nvSpPr>
            <p:spPr>
              <a:xfrm>
                <a:off x="3487600" y="3263075"/>
                <a:ext cx="631725" cy="198025"/>
              </a:xfrm>
              <a:custGeom>
                <a:avLst/>
                <a:gdLst/>
                <a:ahLst/>
                <a:cxnLst/>
                <a:rect l="l" t="t" r="r" b="b"/>
                <a:pathLst>
                  <a:path w="25269" h="7921" extrusionOk="0">
                    <a:moveTo>
                      <a:pt x="3972" y="0"/>
                    </a:moveTo>
                    <a:cubicBezTo>
                      <a:pt x="1781" y="0"/>
                      <a:pt x="1" y="1780"/>
                      <a:pt x="1" y="3972"/>
                    </a:cubicBezTo>
                    <a:cubicBezTo>
                      <a:pt x="1" y="6163"/>
                      <a:pt x="1781" y="7920"/>
                      <a:pt x="3972" y="7920"/>
                    </a:cubicBezTo>
                    <a:lnTo>
                      <a:pt x="21297" y="7920"/>
                    </a:lnTo>
                    <a:cubicBezTo>
                      <a:pt x="23488" y="7920"/>
                      <a:pt x="25268" y="6163"/>
                      <a:pt x="25268" y="3972"/>
                    </a:cubicBezTo>
                    <a:cubicBezTo>
                      <a:pt x="25268" y="1780"/>
                      <a:pt x="23488" y="0"/>
                      <a:pt x="21297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352EE"/>
                  </a:gs>
                  <a:gs pos="100000">
                    <a:srgbClr val="7882F3"/>
                  </a:gs>
                </a:gsLst>
                <a:lin ang="10801400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79"/>
              <p:cNvSpPr/>
              <p:nvPr/>
            </p:nvSpPr>
            <p:spPr>
              <a:xfrm>
                <a:off x="3916725" y="3293300"/>
                <a:ext cx="138675" cy="138125"/>
              </a:xfrm>
              <a:custGeom>
                <a:avLst/>
                <a:gdLst/>
                <a:ahLst/>
                <a:cxnLst/>
                <a:rect l="l" t="t" r="r" b="b"/>
                <a:pathLst>
                  <a:path w="5547" h="5525" extrusionOk="0">
                    <a:moveTo>
                      <a:pt x="2762" y="1"/>
                    </a:moveTo>
                    <a:cubicBezTo>
                      <a:pt x="1233" y="1"/>
                      <a:pt x="0" y="1233"/>
                      <a:pt x="0" y="2763"/>
                    </a:cubicBezTo>
                    <a:cubicBezTo>
                      <a:pt x="0" y="4292"/>
                      <a:pt x="1233" y="5524"/>
                      <a:pt x="2762" y="5524"/>
                    </a:cubicBezTo>
                    <a:cubicBezTo>
                      <a:pt x="4292" y="5524"/>
                      <a:pt x="5547" y="4292"/>
                      <a:pt x="5547" y="2763"/>
                    </a:cubicBezTo>
                    <a:cubicBezTo>
                      <a:pt x="5547" y="1233"/>
                      <a:pt x="4292" y="1"/>
                      <a:pt x="27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7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37" name="Google Shape;1737;p79"/>
            <p:cNvGrpSpPr/>
            <p:nvPr/>
          </p:nvGrpSpPr>
          <p:grpSpPr>
            <a:xfrm>
              <a:off x="2842275" y="2290125"/>
              <a:ext cx="651100" cy="650550"/>
              <a:chOff x="3015700" y="2290125"/>
              <a:chExt cx="651100" cy="650550"/>
            </a:xfrm>
          </p:grpSpPr>
          <p:sp>
            <p:nvSpPr>
              <p:cNvPr id="1738" name="Google Shape;1738;p79"/>
              <p:cNvSpPr/>
              <p:nvPr/>
            </p:nvSpPr>
            <p:spPr>
              <a:xfrm>
                <a:off x="3095575" y="2370025"/>
                <a:ext cx="491350" cy="490775"/>
              </a:xfrm>
              <a:custGeom>
                <a:avLst/>
                <a:gdLst/>
                <a:ahLst/>
                <a:cxnLst/>
                <a:rect l="l" t="t" r="r" b="b"/>
                <a:pathLst>
                  <a:path w="19654" h="19631" extrusionOk="0">
                    <a:moveTo>
                      <a:pt x="9838" y="0"/>
                    </a:moveTo>
                    <a:cubicBezTo>
                      <a:pt x="4406" y="0"/>
                      <a:pt x="1" y="4406"/>
                      <a:pt x="1" y="9815"/>
                    </a:cubicBezTo>
                    <a:cubicBezTo>
                      <a:pt x="1" y="15248"/>
                      <a:pt x="4406" y="19630"/>
                      <a:pt x="9838" y="19630"/>
                    </a:cubicBezTo>
                    <a:cubicBezTo>
                      <a:pt x="15248" y="19630"/>
                      <a:pt x="19653" y="15248"/>
                      <a:pt x="19653" y="9815"/>
                    </a:cubicBezTo>
                    <a:cubicBezTo>
                      <a:pt x="19653" y="4406"/>
                      <a:pt x="15248" y="0"/>
                      <a:pt x="98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9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79"/>
              <p:cNvSpPr/>
              <p:nvPr/>
            </p:nvSpPr>
            <p:spPr>
              <a:xfrm>
                <a:off x="3015700" y="2290125"/>
                <a:ext cx="651100" cy="650550"/>
              </a:xfrm>
              <a:custGeom>
                <a:avLst/>
                <a:gdLst/>
                <a:ahLst/>
                <a:cxnLst/>
                <a:rect l="l" t="t" r="r" b="b"/>
                <a:pathLst>
                  <a:path w="26044" h="26022" extrusionOk="0">
                    <a:moveTo>
                      <a:pt x="13033" y="3607"/>
                    </a:moveTo>
                    <a:cubicBezTo>
                      <a:pt x="18215" y="3607"/>
                      <a:pt x="22438" y="7807"/>
                      <a:pt x="22438" y="13011"/>
                    </a:cubicBezTo>
                    <a:cubicBezTo>
                      <a:pt x="22438" y="18215"/>
                      <a:pt x="18215" y="22438"/>
                      <a:pt x="13033" y="22438"/>
                    </a:cubicBezTo>
                    <a:cubicBezTo>
                      <a:pt x="7829" y="22438"/>
                      <a:pt x="3607" y="18215"/>
                      <a:pt x="3607" y="13011"/>
                    </a:cubicBezTo>
                    <a:cubicBezTo>
                      <a:pt x="3607" y="7807"/>
                      <a:pt x="7829" y="3607"/>
                      <a:pt x="13033" y="3607"/>
                    </a:cubicBezTo>
                    <a:close/>
                    <a:moveTo>
                      <a:pt x="13033" y="1"/>
                    </a:moveTo>
                    <a:cubicBezTo>
                      <a:pt x="5844" y="1"/>
                      <a:pt x="0" y="5821"/>
                      <a:pt x="0" y="13011"/>
                    </a:cubicBezTo>
                    <a:cubicBezTo>
                      <a:pt x="0" y="20201"/>
                      <a:pt x="5844" y="26022"/>
                      <a:pt x="13033" y="26022"/>
                    </a:cubicBezTo>
                    <a:cubicBezTo>
                      <a:pt x="20201" y="26022"/>
                      <a:pt x="26044" y="20201"/>
                      <a:pt x="26044" y="13011"/>
                    </a:cubicBezTo>
                    <a:cubicBezTo>
                      <a:pt x="26044" y="5821"/>
                      <a:pt x="20201" y="1"/>
                      <a:pt x="13033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5352EE"/>
                  </a:gs>
                  <a:gs pos="100000">
                    <a:srgbClr val="7882F3"/>
                  </a:gs>
                </a:gsLst>
                <a:lin ang="13500032" scaled="0"/>
              </a:gra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9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79"/>
              <p:cNvSpPr/>
              <p:nvPr/>
            </p:nvSpPr>
            <p:spPr>
              <a:xfrm>
                <a:off x="3233675" y="2508125"/>
                <a:ext cx="215150" cy="214575"/>
              </a:xfrm>
              <a:custGeom>
                <a:avLst/>
                <a:gdLst/>
                <a:ahLst/>
                <a:cxnLst/>
                <a:rect l="l" t="t" r="r" b="b"/>
                <a:pathLst>
                  <a:path w="8606" h="8583" extrusionOk="0">
                    <a:moveTo>
                      <a:pt x="4292" y="3059"/>
                    </a:moveTo>
                    <a:cubicBezTo>
                      <a:pt x="4976" y="3059"/>
                      <a:pt x="5547" y="3629"/>
                      <a:pt x="5547" y="4314"/>
                    </a:cubicBezTo>
                    <a:cubicBezTo>
                      <a:pt x="5547" y="4999"/>
                      <a:pt x="4976" y="5570"/>
                      <a:pt x="4292" y="5570"/>
                    </a:cubicBezTo>
                    <a:cubicBezTo>
                      <a:pt x="3584" y="5570"/>
                      <a:pt x="3036" y="4999"/>
                      <a:pt x="3036" y="4314"/>
                    </a:cubicBezTo>
                    <a:cubicBezTo>
                      <a:pt x="3036" y="3629"/>
                      <a:pt x="3584" y="3059"/>
                      <a:pt x="4292" y="3059"/>
                    </a:cubicBezTo>
                    <a:close/>
                    <a:moveTo>
                      <a:pt x="3789" y="0"/>
                    </a:moveTo>
                    <a:cubicBezTo>
                      <a:pt x="3675" y="0"/>
                      <a:pt x="3561" y="91"/>
                      <a:pt x="3538" y="183"/>
                    </a:cubicBezTo>
                    <a:lnTo>
                      <a:pt x="3287" y="1187"/>
                    </a:lnTo>
                    <a:cubicBezTo>
                      <a:pt x="3128" y="1256"/>
                      <a:pt x="2945" y="1324"/>
                      <a:pt x="2785" y="1415"/>
                    </a:cubicBezTo>
                    <a:lnTo>
                      <a:pt x="1918" y="890"/>
                    </a:lnTo>
                    <a:cubicBezTo>
                      <a:pt x="1880" y="871"/>
                      <a:pt x="1834" y="860"/>
                      <a:pt x="1789" y="860"/>
                    </a:cubicBezTo>
                    <a:cubicBezTo>
                      <a:pt x="1725" y="860"/>
                      <a:pt x="1661" y="883"/>
                      <a:pt x="1621" y="936"/>
                    </a:cubicBezTo>
                    <a:lnTo>
                      <a:pt x="914" y="1644"/>
                    </a:lnTo>
                    <a:cubicBezTo>
                      <a:pt x="822" y="1735"/>
                      <a:pt x="799" y="1849"/>
                      <a:pt x="868" y="1963"/>
                    </a:cubicBezTo>
                    <a:lnTo>
                      <a:pt x="1393" y="2808"/>
                    </a:lnTo>
                    <a:cubicBezTo>
                      <a:pt x="1302" y="2967"/>
                      <a:pt x="1233" y="3150"/>
                      <a:pt x="1165" y="3333"/>
                    </a:cubicBezTo>
                    <a:lnTo>
                      <a:pt x="206" y="3561"/>
                    </a:lnTo>
                    <a:cubicBezTo>
                      <a:pt x="92" y="3584"/>
                      <a:pt x="0" y="3698"/>
                      <a:pt x="0" y="3812"/>
                    </a:cubicBezTo>
                    <a:lnTo>
                      <a:pt x="0" y="4816"/>
                    </a:lnTo>
                    <a:cubicBezTo>
                      <a:pt x="0" y="4930"/>
                      <a:pt x="92" y="5022"/>
                      <a:pt x="206" y="5067"/>
                    </a:cubicBezTo>
                    <a:lnTo>
                      <a:pt x="1165" y="5296"/>
                    </a:lnTo>
                    <a:cubicBezTo>
                      <a:pt x="1233" y="5478"/>
                      <a:pt x="1302" y="5661"/>
                      <a:pt x="1393" y="5821"/>
                    </a:cubicBezTo>
                    <a:lnTo>
                      <a:pt x="868" y="6665"/>
                    </a:lnTo>
                    <a:cubicBezTo>
                      <a:pt x="799" y="6779"/>
                      <a:pt x="822" y="6893"/>
                      <a:pt x="914" y="6985"/>
                    </a:cubicBezTo>
                    <a:lnTo>
                      <a:pt x="1621" y="7692"/>
                    </a:lnTo>
                    <a:cubicBezTo>
                      <a:pt x="1661" y="7746"/>
                      <a:pt x="1725" y="7768"/>
                      <a:pt x="1789" y="7768"/>
                    </a:cubicBezTo>
                    <a:cubicBezTo>
                      <a:pt x="1834" y="7768"/>
                      <a:pt x="1880" y="7757"/>
                      <a:pt x="1918" y="7738"/>
                    </a:cubicBezTo>
                    <a:lnTo>
                      <a:pt x="2785" y="7213"/>
                    </a:lnTo>
                    <a:cubicBezTo>
                      <a:pt x="2945" y="7304"/>
                      <a:pt x="3128" y="7373"/>
                      <a:pt x="3287" y="7418"/>
                    </a:cubicBezTo>
                    <a:lnTo>
                      <a:pt x="3538" y="8400"/>
                    </a:lnTo>
                    <a:cubicBezTo>
                      <a:pt x="3561" y="8514"/>
                      <a:pt x="3675" y="8582"/>
                      <a:pt x="3789" y="8582"/>
                    </a:cubicBezTo>
                    <a:lnTo>
                      <a:pt x="4794" y="8582"/>
                    </a:lnTo>
                    <a:cubicBezTo>
                      <a:pt x="4908" y="8582"/>
                      <a:pt x="4999" y="8514"/>
                      <a:pt x="5045" y="8400"/>
                    </a:cubicBezTo>
                    <a:lnTo>
                      <a:pt x="5273" y="7418"/>
                    </a:lnTo>
                    <a:cubicBezTo>
                      <a:pt x="5456" y="7373"/>
                      <a:pt x="5616" y="7304"/>
                      <a:pt x="5798" y="7213"/>
                    </a:cubicBezTo>
                    <a:lnTo>
                      <a:pt x="6643" y="7738"/>
                    </a:lnTo>
                    <a:cubicBezTo>
                      <a:pt x="6690" y="7757"/>
                      <a:pt x="6737" y="7768"/>
                      <a:pt x="6783" y="7768"/>
                    </a:cubicBezTo>
                    <a:cubicBezTo>
                      <a:pt x="6847" y="7768"/>
                      <a:pt x="6909" y="7746"/>
                      <a:pt x="6962" y="7692"/>
                    </a:cubicBezTo>
                    <a:lnTo>
                      <a:pt x="7670" y="6985"/>
                    </a:lnTo>
                    <a:cubicBezTo>
                      <a:pt x="7738" y="6893"/>
                      <a:pt x="7761" y="6779"/>
                      <a:pt x="7715" y="6665"/>
                    </a:cubicBezTo>
                    <a:lnTo>
                      <a:pt x="7190" y="5821"/>
                    </a:lnTo>
                    <a:cubicBezTo>
                      <a:pt x="7282" y="5661"/>
                      <a:pt x="7350" y="5478"/>
                      <a:pt x="7396" y="5296"/>
                    </a:cubicBezTo>
                    <a:lnTo>
                      <a:pt x="8400" y="5067"/>
                    </a:lnTo>
                    <a:cubicBezTo>
                      <a:pt x="8514" y="5022"/>
                      <a:pt x="8606" y="4930"/>
                      <a:pt x="8606" y="4816"/>
                    </a:cubicBezTo>
                    <a:lnTo>
                      <a:pt x="8606" y="3812"/>
                    </a:lnTo>
                    <a:cubicBezTo>
                      <a:pt x="8606" y="3698"/>
                      <a:pt x="8514" y="3584"/>
                      <a:pt x="8400" y="3561"/>
                    </a:cubicBezTo>
                    <a:lnTo>
                      <a:pt x="7396" y="3333"/>
                    </a:lnTo>
                    <a:cubicBezTo>
                      <a:pt x="7350" y="3150"/>
                      <a:pt x="7282" y="2967"/>
                      <a:pt x="7190" y="2808"/>
                    </a:cubicBezTo>
                    <a:lnTo>
                      <a:pt x="7715" y="1963"/>
                    </a:lnTo>
                    <a:cubicBezTo>
                      <a:pt x="7761" y="1849"/>
                      <a:pt x="7738" y="1735"/>
                      <a:pt x="7670" y="1644"/>
                    </a:cubicBezTo>
                    <a:lnTo>
                      <a:pt x="6962" y="936"/>
                    </a:lnTo>
                    <a:cubicBezTo>
                      <a:pt x="6909" y="883"/>
                      <a:pt x="6847" y="860"/>
                      <a:pt x="6783" y="860"/>
                    </a:cubicBezTo>
                    <a:cubicBezTo>
                      <a:pt x="6737" y="860"/>
                      <a:pt x="6690" y="871"/>
                      <a:pt x="6643" y="890"/>
                    </a:cubicBezTo>
                    <a:lnTo>
                      <a:pt x="5798" y="1415"/>
                    </a:lnTo>
                    <a:cubicBezTo>
                      <a:pt x="5616" y="1324"/>
                      <a:pt x="5456" y="1256"/>
                      <a:pt x="5273" y="1187"/>
                    </a:cubicBezTo>
                    <a:lnTo>
                      <a:pt x="5045" y="183"/>
                    </a:lnTo>
                    <a:cubicBezTo>
                      <a:pt x="4999" y="91"/>
                      <a:pt x="4908" y="0"/>
                      <a:pt x="47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9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1" name="Google Shape;1741;p79"/>
            <p:cNvGrpSpPr/>
            <p:nvPr/>
          </p:nvGrpSpPr>
          <p:grpSpPr>
            <a:xfrm>
              <a:off x="1690150" y="1989975"/>
              <a:ext cx="525600" cy="525575"/>
              <a:chOff x="1863575" y="1989975"/>
              <a:chExt cx="525600" cy="525575"/>
            </a:xfrm>
          </p:grpSpPr>
          <p:sp>
            <p:nvSpPr>
              <p:cNvPr id="1742" name="Google Shape;1742;p79"/>
              <p:cNvSpPr/>
              <p:nvPr/>
            </p:nvSpPr>
            <p:spPr>
              <a:xfrm>
                <a:off x="1863575" y="1989975"/>
                <a:ext cx="525600" cy="525575"/>
              </a:xfrm>
              <a:custGeom>
                <a:avLst/>
                <a:gdLst/>
                <a:ahLst/>
                <a:cxnLst/>
                <a:rect l="l" t="t" r="r" b="b"/>
                <a:pathLst>
                  <a:path w="21024" h="21023" extrusionOk="0">
                    <a:moveTo>
                      <a:pt x="10523" y="1"/>
                    </a:moveTo>
                    <a:cubicBezTo>
                      <a:pt x="4703" y="1"/>
                      <a:pt x="1" y="4703"/>
                      <a:pt x="1" y="10523"/>
                    </a:cubicBezTo>
                    <a:cubicBezTo>
                      <a:pt x="1" y="16321"/>
                      <a:pt x="4703" y="21023"/>
                      <a:pt x="10523" y="21023"/>
                    </a:cubicBezTo>
                    <a:cubicBezTo>
                      <a:pt x="16321" y="21023"/>
                      <a:pt x="21023" y="16321"/>
                      <a:pt x="21023" y="10523"/>
                    </a:cubicBezTo>
                    <a:cubicBezTo>
                      <a:pt x="21023" y="4703"/>
                      <a:pt x="16321" y="1"/>
                      <a:pt x="1052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1743;p79"/>
              <p:cNvSpPr/>
              <p:nvPr/>
            </p:nvSpPr>
            <p:spPr>
              <a:xfrm>
                <a:off x="1962875" y="2089275"/>
                <a:ext cx="327000" cy="327000"/>
              </a:xfrm>
              <a:custGeom>
                <a:avLst/>
                <a:gdLst/>
                <a:ahLst/>
                <a:cxnLst/>
                <a:rect l="l" t="t" r="r" b="b"/>
                <a:pathLst>
                  <a:path w="13080" h="13080" extrusionOk="0">
                    <a:moveTo>
                      <a:pt x="6551" y="0"/>
                    </a:moveTo>
                    <a:cubicBezTo>
                      <a:pt x="2922" y="0"/>
                      <a:pt x="1" y="2922"/>
                      <a:pt x="1" y="6551"/>
                    </a:cubicBezTo>
                    <a:cubicBezTo>
                      <a:pt x="1" y="10158"/>
                      <a:pt x="2922" y="13079"/>
                      <a:pt x="6551" y="13079"/>
                    </a:cubicBezTo>
                    <a:cubicBezTo>
                      <a:pt x="10158" y="13079"/>
                      <a:pt x="13079" y="10158"/>
                      <a:pt x="13079" y="6551"/>
                    </a:cubicBezTo>
                    <a:cubicBezTo>
                      <a:pt x="13079" y="2922"/>
                      <a:pt x="10158" y="0"/>
                      <a:pt x="655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1744;p79"/>
              <p:cNvSpPr/>
              <p:nvPr/>
            </p:nvSpPr>
            <p:spPr>
              <a:xfrm>
                <a:off x="2103250" y="2330650"/>
                <a:ext cx="46250" cy="20575"/>
              </a:xfrm>
              <a:custGeom>
                <a:avLst/>
                <a:gdLst/>
                <a:ahLst/>
                <a:cxnLst/>
                <a:rect l="l" t="t" r="r" b="b"/>
                <a:pathLst>
                  <a:path w="1850" h="823" extrusionOk="0">
                    <a:moveTo>
                      <a:pt x="1" y="1"/>
                    </a:moveTo>
                    <a:cubicBezTo>
                      <a:pt x="69" y="457"/>
                      <a:pt x="457" y="822"/>
                      <a:pt x="936" y="822"/>
                    </a:cubicBezTo>
                    <a:cubicBezTo>
                      <a:pt x="1393" y="822"/>
                      <a:pt x="1781" y="457"/>
                      <a:pt x="1849" y="1"/>
                    </a:cubicBezTo>
                    <a:lnTo>
                      <a:pt x="1849" y="1"/>
                    </a:lnTo>
                    <a:cubicBezTo>
                      <a:pt x="1461" y="23"/>
                      <a:pt x="1142" y="23"/>
                      <a:pt x="936" y="23"/>
                    </a:cubicBezTo>
                    <a:cubicBezTo>
                      <a:pt x="708" y="23"/>
                      <a:pt x="389" y="23"/>
                      <a:pt x="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1745;p79"/>
              <p:cNvSpPr/>
              <p:nvPr/>
            </p:nvSpPr>
            <p:spPr>
              <a:xfrm>
                <a:off x="2067300" y="2154325"/>
                <a:ext cx="118150" cy="117000"/>
              </a:xfrm>
              <a:custGeom>
                <a:avLst/>
                <a:gdLst/>
                <a:ahLst/>
                <a:cxnLst/>
                <a:rect l="l" t="t" r="r" b="b"/>
                <a:pathLst>
                  <a:path w="4726" h="4680" extrusionOk="0">
                    <a:moveTo>
                      <a:pt x="2374" y="1"/>
                    </a:moveTo>
                    <a:cubicBezTo>
                      <a:pt x="1279" y="1"/>
                      <a:pt x="389" y="891"/>
                      <a:pt x="389" y="1964"/>
                    </a:cubicBezTo>
                    <a:cubicBezTo>
                      <a:pt x="389" y="2808"/>
                      <a:pt x="252" y="3630"/>
                      <a:pt x="1" y="4406"/>
                    </a:cubicBezTo>
                    <a:cubicBezTo>
                      <a:pt x="594" y="4566"/>
                      <a:pt x="1393" y="4680"/>
                      <a:pt x="2374" y="4680"/>
                    </a:cubicBezTo>
                    <a:cubicBezTo>
                      <a:pt x="3333" y="4680"/>
                      <a:pt x="4132" y="4566"/>
                      <a:pt x="4725" y="4406"/>
                    </a:cubicBezTo>
                    <a:cubicBezTo>
                      <a:pt x="4474" y="3607"/>
                      <a:pt x="4337" y="2785"/>
                      <a:pt x="4337" y="1964"/>
                    </a:cubicBezTo>
                    <a:cubicBezTo>
                      <a:pt x="4337" y="891"/>
                      <a:pt x="3447" y="1"/>
                      <a:pt x="237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Google Shape;1746;p79"/>
              <p:cNvSpPr/>
              <p:nvPr/>
            </p:nvSpPr>
            <p:spPr>
              <a:xfrm>
                <a:off x="2052475" y="2277000"/>
                <a:ext cx="147800" cy="41125"/>
              </a:xfrm>
              <a:custGeom>
                <a:avLst/>
                <a:gdLst/>
                <a:ahLst/>
                <a:cxnLst/>
                <a:rect l="l" t="t" r="r" b="b"/>
                <a:pathLst>
                  <a:path w="5912" h="1645" extrusionOk="0">
                    <a:moveTo>
                      <a:pt x="411" y="1"/>
                    </a:moveTo>
                    <a:cubicBezTo>
                      <a:pt x="320" y="252"/>
                      <a:pt x="206" y="503"/>
                      <a:pt x="69" y="754"/>
                    </a:cubicBezTo>
                    <a:cubicBezTo>
                      <a:pt x="23" y="845"/>
                      <a:pt x="0" y="891"/>
                      <a:pt x="0" y="891"/>
                    </a:cubicBezTo>
                    <a:cubicBezTo>
                      <a:pt x="0" y="1302"/>
                      <a:pt x="1324" y="1644"/>
                      <a:pt x="2967" y="1644"/>
                    </a:cubicBezTo>
                    <a:cubicBezTo>
                      <a:pt x="4588" y="1644"/>
                      <a:pt x="5912" y="1302"/>
                      <a:pt x="5912" y="891"/>
                    </a:cubicBezTo>
                    <a:cubicBezTo>
                      <a:pt x="5912" y="891"/>
                      <a:pt x="5889" y="845"/>
                      <a:pt x="5843" y="754"/>
                    </a:cubicBezTo>
                    <a:cubicBezTo>
                      <a:pt x="5706" y="503"/>
                      <a:pt x="5592" y="252"/>
                      <a:pt x="5501" y="1"/>
                    </a:cubicBezTo>
                    <a:cubicBezTo>
                      <a:pt x="4771" y="206"/>
                      <a:pt x="3858" y="298"/>
                      <a:pt x="2967" y="298"/>
                    </a:cubicBezTo>
                    <a:cubicBezTo>
                      <a:pt x="2054" y="298"/>
                      <a:pt x="1141" y="206"/>
                      <a:pt x="41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7" name="Google Shape;1747;p79"/>
            <p:cNvGrpSpPr/>
            <p:nvPr/>
          </p:nvGrpSpPr>
          <p:grpSpPr>
            <a:xfrm>
              <a:off x="2958675" y="1932050"/>
              <a:ext cx="985500" cy="308175"/>
              <a:chOff x="3132100" y="1876425"/>
              <a:chExt cx="985500" cy="308175"/>
            </a:xfrm>
          </p:grpSpPr>
          <p:sp>
            <p:nvSpPr>
              <p:cNvPr id="1748" name="Google Shape;1748;p79"/>
              <p:cNvSpPr/>
              <p:nvPr/>
            </p:nvSpPr>
            <p:spPr>
              <a:xfrm>
                <a:off x="3132100" y="1876425"/>
                <a:ext cx="985500" cy="308175"/>
              </a:xfrm>
              <a:custGeom>
                <a:avLst/>
                <a:gdLst/>
                <a:ahLst/>
                <a:cxnLst/>
                <a:rect l="l" t="t" r="r" b="b"/>
                <a:pathLst>
                  <a:path w="39420" h="12327" extrusionOk="0">
                    <a:moveTo>
                      <a:pt x="2785" y="1"/>
                    </a:moveTo>
                    <a:cubicBezTo>
                      <a:pt x="1256" y="1"/>
                      <a:pt x="1" y="1256"/>
                      <a:pt x="1" y="2808"/>
                    </a:cubicBezTo>
                    <a:lnTo>
                      <a:pt x="1" y="9542"/>
                    </a:lnTo>
                    <a:cubicBezTo>
                      <a:pt x="1" y="11071"/>
                      <a:pt x="1256" y="12326"/>
                      <a:pt x="2785" y="12326"/>
                    </a:cubicBezTo>
                    <a:lnTo>
                      <a:pt x="36635" y="12326"/>
                    </a:lnTo>
                    <a:cubicBezTo>
                      <a:pt x="38187" y="12326"/>
                      <a:pt x="39420" y="11071"/>
                      <a:pt x="39420" y="9542"/>
                    </a:cubicBezTo>
                    <a:lnTo>
                      <a:pt x="39420" y="2808"/>
                    </a:lnTo>
                    <a:cubicBezTo>
                      <a:pt x="39420" y="1256"/>
                      <a:pt x="38187" y="1"/>
                      <a:pt x="3663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6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79"/>
              <p:cNvSpPr/>
              <p:nvPr/>
            </p:nvSpPr>
            <p:spPr>
              <a:xfrm>
                <a:off x="3339250" y="1947750"/>
                <a:ext cx="571225" cy="53675"/>
              </a:xfrm>
              <a:custGeom>
                <a:avLst/>
                <a:gdLst/>
                <a:ahLst/>
                <a:cxnLst/>
                <a:rect l="l" t="t" r="r" b="b"/>
                <a:pathLst>
                  <a:path w="22849" h="2147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667"/>
                      <a:pt x="480" y="2146"/>
                      <a:pt x="1073" y="2146"/>
                    </a:cubicBezTo>
                    <a:lnTo>
                      <a:pt x="21776" y="2146"/>
                    </a:lnTo>
                    <a:cubicBezTo>
                      <a:pt x="22369" y="2146"/>
                      <a:pt x="22848" y="1667"/>
                      <a:pt x="22848" y="1074"/>
                    </a:cubicBezTo>
                    <a:cubicBezTo>
                      <a:pt x="22848" y="480"/>
                      <a:pt x="22369" y="1"/>
                      <a:pt x="2177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9000"/>
                  </a:schemeClr>
                </a:outerShdw>
                <a:reflection stA="9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79"/>
              <p:cNvSpPr/>
              <p:nvPr/>
            </p:nvSpPr>
            <p:spPr>
              <a:xfrm>
                <a:off x="3476775" y="2063025"/>
                <a:ext cx="296175" cy="53100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2124" extrusionOk="0">
                    <a:moveTo>
                      <a:pt x="1073" y="0"/>
                    </a:moveTo>
                    <a:cubicBezTo>
                      <a:pt x="479" y="0"/>
                      <a:pt x="0" y="480"/>
                      <a:pt x="0" y="1050"/>
                    </a:cubicBezTo>
                    <a:cubicBezTo>
                      <a:pt x="0" y="1644"/>
                      <a:pt x="479" y="2123"/>
                      <a:pt x="1073" y="2123"/>
                    </a:cubicBezTo>
                    <a:lnTo>
                      <a:pt x="10774" y="2123"/>
                    </a:lnTo>
                    <a:cubicBezTo>
                      <a:pt x="11367" y="2123"/>
                      <a:pt x="11846" y="1644"/>
                      <a:pt x="11846" y="1050"/>
                    </a:cubicBezTo>
                    <a:cubicBezTo>
                      <a:pt x="11846" y="480"/>
                      <a:pt x="11367" y="0"/>
                      <a:pt x="1077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9000"/>
                  </a:schemeClr>
                </a:outerShdw>
                <a:reflection stA="9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51" name="Google Shape;1751;p79"/>
            <p:cNvGrpSpPr/>
            <p:nvPr/>
          </p:nvGrpSpPr>
          <p:grpSpPr>
            <a:xfrm rot="5400000">
              <a:off x="3512803" y="1122510"/>
              <a:ext cx="490684" cy="372039"/>
              <a:chOff x="7002090" y="3300197"/>
              <a:chExt cx="490684" cy="372039"/>
            </a:xfrm>
          </p:grpSpPr>
          <p:sp>
            <p:nvSpPr>
              <p:cNvPr id="1752" name="Google Shape;1752;p79"/>
              <p:cNvSpPr/>
              <p:nvPr/>
            </p:nvSpPr>
            <p:spPr>
              <a:xfrm>
                <a:off x="7282174" y="3300197"/>
                <a:ext cx="210600" cy="210600"/>
              </a:xfrm>
              <a:prstGeom prst="ellipse">
                <a:avLst/>
              </a:prstGeom>
              <a:gradFill>
                <a:gsLst>
                  <a:gs pos="0">
                    <a:srgbClr val="81EEEB"/>
                  </a:gs>
                  <a:gs pos="100000">
                    <a:srgbClr val="3AE4DF"/>
                  </a:gs>
                </a:gsLst>
                <a:lin ang="8100019" scaled="0"/>
              </a:gra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79"/>
              <p:cNvSpPr/>
              <p:nvPr/>
            </p:nvSpPr>
            <p:spPr>
              <a:xfrm>
                <a:off x="7002090" y="3626936"/>
                <a:ext cx="45300" cy="45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157163" dist="85725" dir="5400000" algn="bl" rotWithShape="0">
                  <a:schemeClr val="dk1">
                    <a:alpha val="38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54" name="Google Shape;1754;p79"/>
            <p:cNvGrpSpPr/>
            <p:nvPr/>
          </p:nvGrpSpPr>
          <p:grpSpPr>
            <a:xfrm rot="-5400000">
              <a:off x="3151172" y="3703872"/>
              <a:ext cx="600510" cy="600510"/>
              <a:chOff x="5289166" y="402821"/>
              <a:chExt cx="801000" cy="801000"/>
            </a:xfrm>
          </p:grpSpPr>
          <p:sp>
            <p:nvSpPr>
              <p:cNvPr id="1755" name="Google Shape;1755;p79"/>
              <p:cNvSpPr/>
              <p:nvPr/>
            </p:nvSpPr>
            <p:spPr>
              <a:xfrm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lt1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79"/>
              <p:cNvSpPr/>
              <p:nvPr/>
            </p:nvSpPr>
            <p:spPr>
              <a:xfrm rot="10800000" flipH="1">
                <a:off x="5289166" y="402821"/>
                <a:ext cx="801000" cy="801000"/>
              </a:xfrm>
              <a:prstGeom prst="blockArc">
                <a:avLst>
                  <a:gd name="adj1" fmla="val 10800000"/>
                  <a:gd name="adj2" fmla="val 0"/>
                  <a:gd name="adj3" fmla="val 25000"/>
                </a:avLst>
              </a:prstGeom>
              <a:solidFill>
                <a:schemeClr val="dk2"/>
              </a:solidFill>
              <a:ln>
                <a:noFill/>
              </a:ln>
              <a:effectLst>
                <a:outerShdw blurRad="485775" dist="114300" dir="2940000" algn="bl" rotWithShape="0">
                  <a:schemeClr val="dk1">
                    <a:alpha val="67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57" name="Google Shape;1757;p79"/>
            <p:cNvSpPr/>
            <p:nvPr/>
          </p:nvSpPr>
          <p:spPr>
            <a:xfrm flipH="1">
              <a:off x="1634703" y="1224494"/>
              <a:ext cx="611684" cy="80407"/>
            </a:xfrm>
            <a:custGeom>
              <a:avLst/>
              <a:gdLst/>
              <a:ahLst/>
              <a:cxnLst/>
              <a:rect l="l" t="t" r="r" b="b"/>
              <a:pathLst>
                <a:path w="40684" h="5348" extrusionOk="0">
                  <a:moveTo>
                    <a:pt x="2682" y="0"/>
                  </a:moveTo>
                  <a:cubicBezTo>
                    <a:pt x="1201" y="0"/>
                    <a:pt x="1" y="1201"/>
                    <a:pt x="1" y="2681"/>
                  </a:cubicBezTo>
                  <a:cubicBezTo>
                    <a:pt x="1" y="4163"/>
                    <a:pt x="1201" y="5347"/>
                    <a:pt x="2682" y="5347"/>
                  </a:cubicBezTo>
                  <a:lnTo>
                    <a:pt x="38003" y="5347"/>
                  </a:lnTo>
                  <a:cubicBezTo>
                    <a:pt x="39483" y="5347"/>
                    <a:pt x="40684" y="4163"/>
                    <a:pt x="40684" y="2681"/>
                  </a:cubicBezTo>
                  <a:cubicBezTo>
                    <a:pt x="40684" y="1201"/>
                    <a:pt x="39483" y="0"/>
                    <a:pt x="3800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8000"/>
                </a:schemeClr>
              </a:outerShdw>
              <a:reflection stA="11000" endPos="9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79"/>
            <p:cNvSpPr/>
            <p:nvPr/>
          </p:nvSpPr>
          <p:spPr>
            <a:xfrm flipH="1">
              <a:off x="1938199" y="1392751"/>
              <a:ext cx="308187" cy="80407"/>
            </a:xfrm>
            <a:custGeom>
              <a:avLst/>
              <a:gdLst/>
              <a:ahLst/>
              <a:cxnLst/>
              <a:rect l="l" t="t" r="r" b="b"/>
              <a:pathLst>
                <a:path w="20498" h="5348" extrusionOk="0">
                  <a:moveTo>
                    <a:pt x="2682" y="1"/>
                  </a:moveTo>
                  <a:cubicBezTo>
                    <a:pt x="1201" y="1"/>
                    <a:pt x="1" y="1202"/>
                    <a:pt x="1" y="2682"/>
                  </a:cubicBezTo>
                  <a:cubicBezTo>
                    <a:pt x="1" y="4163"/>
                    <a:pt x="1201" y="5348"/>
                    <a:pt x="2682" y="5348"/>
                  </a:cubicBezTo>
                  <a:lnTo>
                    <a:pt x="17817" y="5348"/>
                  </a:lnTo>
                  <a:cubicBezTo>
                    <a:pt x="19298" y="5348"/>
                    <a:pt x="20498" y="4163"/>
                    <a:pt x="20498" y="2682"/>
                  </a:cubicBezTo>
                  <a:cubicBezTo>
                    <a:pt x="20498" y="1202"/>
                    <a:pt x="19298" y="1"/>
                    <a:pt x="1781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38000"/>
                </a:schemeClr>
              </a:outerShdw>
              <a:reflection stA="11000" endPos="9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7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CILESIA TRANSITION</a:t>
            </a:r>
            <a:endParaRPr dirty="0"/>
          </a:p>
        </p:txBody>
      </p:sp>
      <p:sp>
        <p:nvSpPr>
          <p:cNvPr id="1370" name="Google Shape;1370;p73"/>
          <p:cNvSpPr/>
          <p:nvPr/>
        </p:nvSpPr>
        <p:spPr>
          <a:xfrm rot="5400000">
            <a:off x="62012" y="2453696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1" name="Google Shape;1371;p73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2" name="Google Shape;1372;p73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3" name="Google Shape;1373;p73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4" name="Google Shape;1374;p73"/>
          <p:cNvSpPr/>
          <p:nvPr/>
        </p:nvSpPr>
        <p:spPr>
          <a:xfrm>
            <a:off x="1014413" y="1239087"/>
            <a:ext cx="6813336" cy="3204326"/>
          </a:xfrm>
          <a:prstGeom prst="roundRect">
            <a:avLst>
              <a:gd name="adj" fmla="val 8547"/>
            </a:avLst>
          </a:prstGeom>
          <a:solidFill>
            <a:schemeClr val="accent6"/>
          </a:solidFill>
          <a:ln>
            <a:noFill/>
          </a:ln>
          <a:effectLst>
            <a:reflection stA="8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5" name="Google Shape;1375;p73"/>
          <p:cNvGrpSpPr/>
          <p:nvPr/>
        </p:nvGrpSpPr>
        <p:grpSpPr>
          <a:xfrm>
            <a:off x="1220502" y="1339099"/>
            <a:ext cx="3472942" cy="186433"/>
            <a:chOff x="3569131" y="3296864"/>
            <a:chExt cx="2721600" cy="146100"/>
          </a:xfrm>
        </p:grpSpPr>
        <p:sp>
          <p:nvSpPr>
            <p:cNvPr id="1376" name="Google Shape;1376;p73"/>
            <p:cNvSpPr/>
            <p:nvPr/>
          </p:nvSpPr>
          <p:spPr>
            <a:xfrm>
              <a:off x="3569131" y="3296864"/>
              <a:ext cx="27216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77" name="Google Shape;1377;p73"/>
            <p:cNvGrpSpPr/>
            <p:nvPr/>
          </p:nvGrpSpPr>
          <p:grpSpPr>
            <a:xfrm rot="10800000" flipH="1">
              <a:off x="3595847" y="3322949"/>
              <a:ext cx="429322" cy="93999"/>
              <a:chOff x="5795037" y="809024"/>
              <a:chExt cx="431653" cy="94500"/>
            </a:xfrm>
          </p:grpSpPr>
          <p:sp>
            <p:nvSpPr>
              <p:cNvPr id="1378" name="Google Shape;1378;p73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73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73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9F54CC2-69EC-FE91-9B30-2C44DDA3A9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1156" y="1625544"/>
            <a:ext cx="6419850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908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7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Tranzicione te shumefishta</a:t>
            </a:r>
            <a:endParaRPr dirty="0"/>
          </a:p>
        </p:txBody>
      </p:sp>
      <p:sp>
        <p:nvSpPr>
          <p:cNvPr id="1370" name="Google Shape;1370;p73"/>
          <p:cNvSpPr/>
          <p:nvPr/>
        </p:nvSpPr>
        <p:spPr>
          <a:xfrm rot="5400000">
            <a:off x="62012" y="2453696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1" name="Google Shape;1371;p73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2" name="Google Shape;1372;p73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3" name="Google Shape;1373;p73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4" name="Google Shape;1374;p73"/>
          <p:cNvSpPr/>
          <p:nvPr/>
        </p:nvSpPr>
        <p:spPr>
          <a:xfrm>
            <a:off x="1014413" y="1239087"/>
            <a:ext cx="6813336" cy="3204326"/>
          </a:xfrm>
          <a:prstGeom prst="roundRect">
            <a:avLst>
              <a:gd name="adj" fmla="val 8547"/>
            </a:avLst>
          </a:prstGeom>
          <a:solidFill>
            <a:schemeClr val="accent6"/>
          </a:solidFill>
          <a:ln>
            <a:noFill/>
          </a:ln>
          <a:effectLst>
            <a:reflection stA="8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5" name="Google Shape;1375;p73"/>
          <p:cNvGrpSpPr/>
          <p:nvPr/>
        </p:nvGrpSpPr>
        <p:grpSpPr>
          <a:xfrm>
            <a:off x="1220502" y="1339099"/>
            <a:ext cx="3472942" cy="186433"/>
            <a:chOff x="3569131" y="3296864"/>
            <a:chExt cx="2721600" cy="146100"/>
          </a:xfrm>
        </p:grpSpPr>
        <p:sp>
          <p:nvSpPr>
            <p:cNvPr id="1376" name="Google Shape;1376;p73"/>
            <p:cNvSpPr/>
            <p:nvPr/>
          </p:nvSpPr>
          <p:spPr>
            <a:xfrm>
              <a:off x="3569131" y="3296864"/>
              <a:ext cx="27216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77" name="Google Shape;1377;p73"/>
            <p:cNvGrpSpPr/>
            <p:nvPr/>
          </p:nvGrpSpPr>
          <p:grpSpPr>
            <a:xfrm rot="10800000" flipH="1">
              <a:off x="3595847" y="3322949"/>
              <a:ext cx="429322" cy="93999"/>
              <a:chOff x="5795037" y="809024"/>
              <a:chExt cx="431653" cy="94500"/>
            </a:xfrm>
          </p:grpSpPr>
          <p:sp>
            <p:nvSpPr>
              <p:cNvPr id="1378" name="Google Shape;1378;p73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73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73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5347849-CB0B-081F-59AD-FDE61D6977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4530" y="1793233"/>
            <a:ext cx="6340968" cy="215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086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73"/>
          <p:cNvSpPr txBox="1">
            <a:spLocks noGrp="1"/>
          </p:cNvSpPr>
          <p:nvPr>
            <p:ph type="title"/>
          </p:nvPr>
        </p:nvSpPr>
        <p:spPr>
          <a:xfrm>
            <a:off x="1380660" y="410849"/>
            <a:ext cx="6187301" cy="10696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KUJDES! Transition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duhet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aplikohet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ne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klasen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kryesore</a:t>
            </a:r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70" name="Google Shape;1370;p73"/>
          <p:cNvSpPr/>
          <p:nvPr/>
        </p:nvSpPr>
        <p:spPr>
          <a:xfrm rot="5400000">
            <a:off x="62012" y="2453696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1" name="Google Shape;1371;p73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2" name="Google Shape;1372;p73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3" name="Google Shape;1373;p73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4" name="Google Shape;1374;p73"/>
          <p:cNvSpPr/>
          <p:nvPr/>
        </p:nvSpPr>
        <p:spPr>
          <a:xfrm>
            <a:off x="1380660" y="1480481"/>
            <a:ext cx="6080842" cy="2784338"/>
          </a:xfrm>
          <a:prstGeom prst="roundRect">
            <a:avLst>
              <a:gd name="adj" fmla="val 8547"/>
            </a:avLst>
          </a:prstGeom>
          <a:solidFill>
            <a:schemeClr val="accent6"/>
          </a:solidFill>
          <a:ln>
            <a:noFill/>
          </a:ln>
          <a:effectLst>
            <a:reflection stA="8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5" name="Google Shape;1375;p73"/>
          <p:cNvGrpSpPr/>
          <p:nvPr/>
        </p:nvGrpSpPr>
        <p:grpSpPr>
          <a:xfrm>
            <a:off x="1499108" y="1572650"/>
            <a:ext cx="3472942" cy="186433"/>
            <a:chOff x="3569131" y="3296861"/>
            <a:chExt cx="2721600" cy="146100"/>
          </a:xfrm>
        </p:grpSpPr>
        <p:sp>
          <p:nvSpPr>
            <p:cNvPr id="1376" name="Google Shape;1376;p73"/>
            <p:cNvSpPr/>
            <p:nvPr/>
          </p:nvSpPr>
          <p:spPr>
            <a:xfrm>
              <a:off x="3569131" y="3296861"/>
              <a:ext cx="27216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grpSp>
          <p:nvGrpSpPr>
            <p:cNvPr id="1377" name="Google Shape;1377;p73"/>
            <p:cNvGrpSpPr/>
            <p:nvPr/>
          </p:nvGrpSpPr>
          <p:grpSpPr>
            <a:xfrm rot="10800000" flipH="1">
              <a:off x="3595847" y="3322949"/>
              <a:ext cx="429322" cy="93999"/>
              <a:chOff x="5795037" y="809024"/>
              <a:chExt cx="431653" cy="94500"/>
            </a:xfrm>
          </p:grpSpPr>
          <p:sp>
            <p:nvSpPr>
              <p:cNvPr id="1378" name="Google Shape;1378;p73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73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73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5BCAD59A-9266-55CE-3E80-C820AA0D3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9453" y="1851252"/>
            <a:ext cx="4505094" cy="223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575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p81"/>
          <p:cNvSpPr/>
          <p:nvPr/>
        </p:nvSpPr>
        <p:spPr>
          <a:xfrm>
            <a:off x="2192929" y="1514392"/>
            <a:ext cx="891300" cy="486300"/>
          </a:xfrm>
          <a:prstGeom prst="wedgeRoundRectCallout">
            <a:avLst>
              <a:gd name="adj1" fmla="val -20923"/>
              <a:gd name="adj2" fmla="val 78986"/>
              <a:gd name="adj3" fmla="val 0"/>
            </a:avLst>
          </a:prstGeom>
          <a:gradFill>
            <a:gsLst>
              <a:gs pos="0">
                <a:srgbClr val="81EEEB"/>
              </a:gs>
              <a:gs pos="100000">
                <a:srgbClr val="3AE4DF"/>
              </a:gs>
            </a:gsLst>
            <a:lin ang="5400012" scaled="0"/>
          </a:gradFill>
          <a:ln>
            <a:noFill/>
          </a:ln>
          <a:effectLst>
            <a:outerShdw blurRad="57150" dist="19050" dir="5400000" algn="bl" rotWithShape="0">
              <a:schemeClr val="dk1">
                <a:alpha val="24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5" name="Google Shape;1815;p81"/>
          <p:cNvSpPr txBox="1">
            <a:spLocks noGrp="1"/>
          </p:cNvSpPr>
          <p:nvPr>
            <p:ph type="title"/>
          </p:nvPr>
        </p:nvSpPr>
        <p:spPr>
          <a:xfrm>
            <a:off x="860100" y="1893300"/>
            <a:ext cx="3902902" cy="12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SHADOWS</a:t>
            </a:r>
            <a:endParaRPr dirty="0"/>
          </a:p>
        </p:txBody>
      </p:sp>
      <p:sp>
        <p:nvSpPr>
          <p:cNvPr id="1816" name="Google Shape;1816;p81"/>
          <p:cNvSpPr txBox="1">
            <a:spLocks noGrp="1"/>
          </p:cNvSpPr>
          <p:nvPr>
            <p:ph type="title" idx="2"/>
          </p:nvPr>
        </p:nvSpPr>
        <p:spPr>
          <a:xfrm>
            <a:off x="2192929" y="1642242"/>
            <a:ext cx="891300" cy="48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03.</a:t>
            </a:r>
            <a:endParaRPr dirty="0"/>
          </a:p>
        </p:txBody>
      </p:sp>
      <p:sp>
        <p:nvSpPr>
          <p:cNvPr id="1818" name="Google Shape;1818;p81"/>
          <p:cNvSpPr/>
          <p:nvPr/>
        </p:nvSpPr>
        <p:spPr>
          <a:xfrm rot="5400000">
            <a:off x="62125" y="2453700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9" name="Google Shape;1819;p81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0" name="Google Shape;1820;p81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1" name="Google Shape;1821;p81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22" name="Google Shape;1822;p81"/>
          <p:cNvGrpSpPr/>
          <p:nvPr/>
        </p:nvGrpSpPr>
        <p:grpSpPr>
          <a:xfrm>
            <a:off x="5252980" y="1244877"/>
            <a:ext cx="3180820" cy="2613748"/>
            <a:chOff x="5189344" y="1522600"/>
            <a:chExt cx="2858907" cy="2349225"/>
          </a:xfrm>
        </p:grpSpPr>
        <p:sp>
          <p:nvSpPr>
            <p:cNvPr id="1823" name="Google Shape;1823;p81"/>
            <p:cNvSpPr/>
            <p:nvPr/>
          </p:nvSpPr>
          <p:spPr>
            <a:xfrm flipH="1">
              <a:off x="5263716" y="2063301"/>
              <a:ext cx="943514" cy="1288940"/>
            </a:xfrm>
            <a:custGeom>
              <a:avLst/>
              <a:gdLst/>
              <a:ahLst/>
              <a:cxnLst/>
              <a:rect l="l" t="t" r="r" b="b"/>
              <a:pathLst>
                <a:path w="21685" h="29624" extrusionOk="0">
                  <a:moveTo>
                    <a:pt x="2926" y="0"/>
                  </a:moveTo>
                  <a:cubicBezTo>
                    <a:pt x="2543" y="0"/>
                    <a:pt x="2202" y="204"/>
                    <a:pt x="2009" y="397"/>
                  </a:cubicBezTo>
                  <a:cubicBezTo>
                    <a:pt x="0" y="2406"/>
                    <a:pt x="3424" y="4392"/>
                    <a:pt x="4292" y="5830"/>
                  </a:cubicBezTo>
                  <a:cubicBezTo>
                    <a:pt x="4862" y="7245"/>
                    <a:pt x="4292" y="8957"/>
                    <a:pt x="3995" y="10395"/>
                  </a:cubicBezTo>
                  <a:cubicBezTo>
                    <a:pt x="3995" y="11810"/>
                    <a:pt x="4292" y="13248"/>
                    <a:pt x="5707" y="14093"/>
                  </a:cubicBezTo>
                  <a:cubicBezTo>
                    <a:pt x="6574" y="14663"/>
                    <a:pt x="7419" y="15234"/>
                    <a:pt x="7989" y="16101"/>
                  </a:cubicBezTo>
                  <a:cubicBezTo>
                    <a:pt x="8857" y="17243"/>
                    <a:pt x="9131" y="18658"/>
                    <a:pt x="9131" y="20096"/>
                  </a:cubicBezTo>
                  <a:cubicBezTo>
                    <a:pt x="8857" y="21237"/>
                    <a:pt x="8560" y="22652"/>
                    <a:pt x="8560" y="24090"/>
                  </a:cubicBezTo>
                  <a:cubicBezTo>
                    <a:pt x="8560" y="24935"/>
                    <a:pt x="8560" y="26373"/>
                    <a:pt x="9427" y="27217"/>
                  </a:cubicBezTo>
                  <a:lnTo>
                    <a:pt x="9427" y="27514"/>
                  </a:lnTo>
                  <a:cubicBezTo>
                    <a:pt x="10272" y="28358"/>
                    <a:pt x="11413" y="28929"/>
                    <a:pt x="12280" y="29500"/>
                  </a:cubicBezTo>
                  <a:cubicBezTo>
                    <a:pt x="12530" y="29587"/>
                    <a:pt x="12831" y="29623"/>
                    <a:pt x="13153" y="29623"/>
                  </a:cubicBezTo>
                  <a:cubicBezTo>
                    <a:pt x="13922" y="29623"/>
                    <a:pt x="14812" y="29419"/>
                    <a:pt x="15408" y="29226"/>
                  </a:cubicBezTo>
                  <a:cubicBezTo>
                    <a:pt x="17416" y="28655"/>
                    <a:pt x="19402" y="27217"/>
                    <a:pt x="20269" y="25231"/>
                  </a:cubicBezTo>
                  <a:cubicBezTo>
                    <a:pt x="21684" y="22081"/>
                    <a:pt x="20543" y="18087"/>
                    <a:pt x="17690" y="16101"/>
                  </a:cubicBezTo>
                  <a:cubicBezTo>
                    <a:pt x="16846" y="15531"/>
                    <a:pt x="15978" y="15234"/>
                    <a:pt x="15408" y="14389"/>
                  </a:cubicBezTo>
                  <a:cubicBezTo>
                    <a:pt x="14266" y="13248"/>
                    <a:pt x="13992" y="10966"/>
                    <a:pt x="13422" y="9528"/>
                  </a:cubicBezTo>
                  <a:cubicBezTo>
                    <a:pt x="11413" y="5259"/>
                    <a:pt x="7715" y="7245"/>
                    <a:pt x="6277" y="4689"/>
                  </a:cubicBezTo>
                  <a:cubicBezTo>
                    <a:pt x="5707" y="3547"/>
                    <a:pt x="5433" y="2680"/>
                    <a:pt x="5136" y="1539"/>
                  </a:cubicBezTo>
                  <a:cubicBezTo>
                    <a:pt x="4862" y="968"/>
                    <a:pt x="4292" y="124"/>
                    <a:pt x="3424" y="124"/>
                  </a:cubicBezTo>
                  <a:cubicBezTo>
                    <a:pt x="3256" y="36"/>
                    <a:pt x="3087" y="0"/>
                    <a:pt x="292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22000"/>
                </a:schemeClr>
              </a:outerShdw>
              <a:reflection stA="3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81"/>
            <p:cNvSpPr/>
            <p:nvPr/>
          </p:nvSpPr>
          <p:spPr>
            <a:xfrm>
              <a:off x="6241241" y="3404121"/>
              <a:ext cx="708472" cy="372346"/>
            </a:xfrm>
            <a:custGeom>
              <a:avLst/>
              <a:gdLst/>
              <a:ahLst/>
              <a:cxnLst/>
              <a:rect l="l" t="t" r="r" b="b"/>
              <a:pathLst>
                <a:path w="26798" h="14084" extrusionOk="0">
                  <a:moveTo>
                    <a:pt x="4246" y="1"/>
                  </a:moveTo>
                  <a:lnTo>
                    <a:pt x="1" y="14084"/>
                  </a:lnTo>
                  <a:lnTo>
                    <a:pt x="26798" y="14084"/>
                  </a:lnTo>
                  <a:lnTo>
                    <a:pt x="225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81"/>
            <p:cNvSpPr/>
            <p:nvPr/>
          </p:nvSpPr>
          <p:spPr>
            <a:xfrm>
              <a:off x="5969095" y="3776465"/>
              <a:ext cx="1252794" cy="95360"/>
            </a:xfrm>
            <a:custGeom>
              <a:avLst/>
              <a:gdLst/>
              <a:ahLst/>
              <a:cxnLst/>
              <a:rect l="l" t="t" r="r" b="b"/>
              <a:pathLst>
                <a:path w="47387" h="3607" extrusionOk="0">
                  <a:moveTo>
                    <a:pt x="1804" y="0"/>
                  </a:moveTo>
                  <a:cubicBezTo>
                    <a:pt x="800" y="0"/>
                    <a:pt x="1" y="799"/>
                    <a:pt x="1" y="1803"/>
                  </a:cubicBezTo>
                  <a:cubicBezTo>
                    <a:pt x="1" y="2808"/>
                    <a:pt x="800" y="3606"/>
                    <a:pt x="1804" y="3606"/>
                  </a:cubicBezTo>
                  <a:lnTo>
                    <a:pt x="45583" y="3606"/>
                  </a:lnTo>
                  <a:cubicBezTo>
                    <a:pt x="46587" y="3606"/>
                    <a:pt x="47386" y="2808"/>
                    <a:pt x="47386" y="1803"/>
                  </a:cubicBezTo>
                  <a:cubicBezTo>
                    <a:pt x="47386" y="799"/>
                    <a:pt x="46587" y="0"/>
                    <a:pt x="455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81"/>
            <p:cNvSpPr/>
            <p:nvPr/>
          </p:nvSpPr>
          <p:spPr>
            <a:xfrm>
              <a:off x="5561775" y="2062689"/>
              <a:ext cx="2067439" cy="1396376"/>
            </a:xfrm>
            <a:custGeom>
              <a:avLst/>
              <a:gdLst/>
              <a:ahLst/>
              <a:cxnLst/>
              <a:rect l="l" t="t" r="r" b="b"/>
              <a:pathLst>
                <a:path w="78201" h="52818" extrusionOk="0">
                  <a:moveTo>
                    <a:pt x="4680" y="0"/>
                  </a:moveTo>
                  <a:cubicBezTo>
                    <a:pt x="2101" y="0"/>
                    <a:pt x="1" y="2100"/>
                    <a:pt x="1" y="4679"/>
                  </a:cubicBezTo>
                  <a:lnTo>
                    <a:pt x="1" y="48116"/>
                  </a:lnTo>
                  <a:cubicBezTo>
                    <a:pt x="1" y="50718"/>
                    <a:pt x="2101" y="52818"/>
                    <a:pt x="4680" y="52818"/>
                  </a:cubicBezTo>
                  <a:lnTo>
                    <a:pt x="73521" y="52818"/>
                  </a:lnTo>
                  <a:cubicBezTo>
                    <a:pt x="76100" y="52818"/>
                    <a:pt x="78200" y="50718"/>
                    <a:pt x="78200" y="48116"/>
                  </a:cubicBezTo>
                  <a:lnTo>
                    <a:pt x="78200" y="4679"/>
                  </a:lnTo>
                  <a:cubicBezTo>
                    <a:pt x="78200" y="2100"/>
                    <a:pt x="76100" y="0"/>
                    <a:pt x="7352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81"/>
            <p:cNvSpPr/>
            <p:nvPr/>
          </p:nvSpPr>
          <p:spPr>
            <a:xfrm>
              <a:off x="5628159" y="2124843"/>
              <a:ext cx="1934670" cy="1165867"/>
            </a:xfrm>
            <a:custGeom>
              <a:avLst/>
              <a:gdLst/>
              <a:ahLst/>
              <a:cxnLst/>
              <a:rect l="l" t="t" r="r" b="b"/>
              <a:pathLst>
                <a:path w="73179" h="44099" extrusionOk="0">
                  <a:moveTo>
                    <a:pt x="3036" y="0"/>
                  </a:moveTo>
                  <a:cubicBezTo>
                    <a:pt x="1370" y="0"/>
                    <a:pt x="0" y="1370"/>
                    <a:pt x="0" y="3059"/>
                  </a:cubicBezTo>
                  <a:lnTo>
                    <a:pt x="0" y="41040"/>
                  </a:lnTo>
                  <a:cubicBezTo>
                    <a:pt x="0" y="42729"/>
                    <a:pt x="1370" y="44099"/>
                    <a:pt x="3036" y="44099"/>
                  </a:cubicBezTo>
                  <a:lnTo>
                    <a:pt x="70143" y="44099"/>
                  </a:lnTo>
                  <a:cubicBezTo>
                    <a:pt x="71809" y="44099"/>
                    <a:pt x="73178" y="42729"/>
                    <a:pt x="73178" y="41040"/>
                  </a:cubicBezTo>
                  <a:lnTo>
                    <a:pt x="73178" y="3059"/>
                  </a:lnTo>
                  <a:cubicBezTo>
                    <a:pt x="73178" y="1370"/>
                    <a:pt x="71809" y="0"/>
                    <a:pt x="7014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81"/>
            <p:cNvSpPr/>
            <p:nvPr/>
          </p:nvSpPr>
          <p:spPr>
            <a:xfrm>
              <a:off x="5628159" y="2854991"/>
              <a:ext cx="954077" cy="418823"/>
            </a:xfrm>
            <a:custGeom>
              <a:avLst/>
              <a:gdLst/>
              <a:ahLst/>
              <a:cxnLst/>
              <a:rect l="l" t="t" r="r" b="b"/>
              <a:pathLst>
                <a:path w="36088" h="15842" extrusionOk="0">
                  <a:moveTo>
                    <a:pt x="0" y="1"/>
                  </a:moveTo>
                  <a:lnTo>
                    <a:pt x="0" y="10729"/>
                  </a:lnTo>
                  <a:cubicBezTo>
                    <a:pt x="343" y="10615"/>
                    <a:pt x="708" y="10546"/>
                    <a:pt x="1096" y="10546"/>
                  </a:cubicBezTo>
                  <a:cubicBezTo>
                    <a:pt x="2443" y="10546"/>
                    <a:pt x="3607" y="11322"/>
                    <a:pt x="4177" y="12441"/>
                  </a:cubicBezTo>
                  <a:cubicBezTo>
                    <a:pt x="5045" y="11756"/>
                    <a:pt x="6140" y="11345"/>
                    <a:pt x="7350" y="11345"/>
                  </a:cubicBezTo>
                  <a:cubicBezTo>
                    <a:pt x="9199" y="11345"/>
                    <a:pt x="10842" y="12326"/>
                    <a:pt x="11733" y="13833"/>
                  </a:cubicBezTo>
                  <a:cubicBezTo>
                    <a:pt x="11847" y="13810"/>
                    <a:pt x="11961" y="13810"/>
                    <a:pt x="12075" y="13810"/>
                  </a:cubicBezTo>
                  <a:cubicBezTo>
                    <a:pt x="13239" y="13810"/>
                    <a:pt x="14266" y="14381"/>
                    <a:pt x="14905" y="15271"/>
                  </a:cubicBezTo>
                  <a:cubicBezTo>
                    <a:pt x="15225" y="15134"/>
                    <a:pt x="15567" y="15066"/>
                    <a:pt x="15932" y="15066"/>
                  </a:cubicBezTo>
                  <a:cubicBezTo>
                    <a:pt x="15932" y="14951"/>
                    <a:pt x="15932" y="14837"/>
                    <a:pt x="15932" y="14746"/>
                  </a:cubicBezTo>
                  <a:cubicBezTo>
                    <a:pt x="15932" y="11961"/>
                    <a:pt x="18169" y="9702"/>
                    <a:pt x="20954" y="9702"/>
                  </a:cubicBezTo>
                  <a:cubicBezTo>
                    <a:pt x="23739" y="9702"/>
                    <a:pt x="25998" y="11961"/>
                    <a:pt x="25998" y="14746"/>
                  </a:cubicBezTo>
                  <a:cubicBezTo>
                    <a:pt x="25998" y="14769"/>
                    <a:pt x="25998" y="14814"/>
                    <a:pt x="25998" y="14860"/>
                  </a:cubicBezTo>
                  <a:cubicBezTo>
                    <a:pt x="26455" y="14289"/>
                    <a:pt x="27163" y="13924"/>
                    <a:pt x="27961" y="13924"/>
                  </a:cubicBezTo>
                  <a:cubicBezTo>
                    <a:pt x="28053" y="13924"/>
                    <a:pt x="28121" y="13924"/>
                    <a:pt x="28190" y="13947"/>
                  </a:cubicBezTo>
                  <a:cubicBezTo>
                    <a:pt x="28601" y="12463"/>
                    <a:pt x="29947" y="11391"/>
                    <a:pt x="31545" y="11391"/>
                  </a:cubicBezTo>
                  <a:cubicBezTo>
                    <a:pt x="33440" y="11391"/>
                    <a:pt x="35014" y="12943"/>
                    <a:pt x="35014" y="14860"/>
                  </a:cubicBezTo>
                  <a:cubicBezTo>
                    <a:pt x="35014" y="15202"/>
                    <a:pt x="34946" y="15545"/>
                    <a:pt x="34855" y="15842"/>
                  </a:cubicBezTo>
                  <a:cubicBezTo>
                    <a:pt x="35608" y="15202"/>
                    <a:pt x="36087" y="14267"/>
                    <a:pt x="36087" y="13217"/>
                  </a:cubicBezTo>
                  <a:cubicBezTo>
                    <a:pt x="36087" y="11299"/>
                    <a:pt x="34535" y="9747"/>
                    <a:pt x="32618" y="9747"/>
                  </a:cubicBezTo>
                  <a:cubicBezTo>
                    <a:pt x="31705" y="9747"/>
                    <a:pt x="30860" y="10090"/>
                    <a:pt x="30244" y="10683"/>
                  </a:cubicBezTo>
                  <a:cubicBezTo>
                    <a:pt x="29673" y="9587"/>
                    <a:pt x="28532" y="8834"/>
                    <a:pt x="27208" y="8834"/>
                  </a:cubicBezTo>
                  <a:cubicBezTo>
                    <a:pt x="26386" y="8834"/>
                    <a:pt x="25656" y="9131"/>
                    <a:pt x="25063" y="9587"/>
                  </a:cubicBezTo>
                  <a:cubicBezTo>
                    <a:pt x="24652" y="8971"/>
                    <a:pt x="23967" y="8583"/>
                    <a:pt x="23191" y="8583"/>
                  </a:cubicBezTo>
                  <a:lnTo>
                    <a:pt x="23008" y="8583"/>
                  </a:lnTo>
                  <a:cubicBezTo>
                    <a:pt x="22643" y="6803"/>
                    <a:pt x="21068" y="5456"/>
                    <a:pt x="19174" y="5456"/>
                  </a:cubicBezTo>
                  <a:cubicBezTo>
                    <a:pt x="17142" y="5456"/>
                    <a:pt x="15476" y="7031"/>
                    <a:pt x="15293" y="9017"/>
                  </a:cubicBezTo>
                  <a:lnTo>
                    <a:pt x="15202" y="9017"/>
                  </a:lnTo>
                  <a:cubicBezTo>
                    <a:pt x="14563" y="9017"/>
                    <a:pt x="13947" y="9222"/>
                    <a:pt x="13467" y="9565"/>
                  </a:cubicBezTo>
                  <a:cubicBezTo>
                    <a:pt x="12851" y="8537"/>
                    <a:pt x="11733" y="7853"/>
                    <a:pt x="10454" y="7853"/>
                  </a:cubicBezTo>
                  <a:cubicBezTo>
                    <a:pt x="9907" y="7853"/>
                    <a:pt x="9404" y="7967"/>
                    <a:pt x="8925" y="8195"/>
                  </a:cubicBezTo>
                  <a:cubicBezTo>
                    <a:pt x="8583" y="6848"/>
                    <a:pt x="7441" y="5821"/>
                    <a:pt x="6026" y="5639"/>
                  </a:cubicBezTo>
                  <a:cubicBezTo>
                    <a:pt x="5547" y="2626"/>
                    <a:pt x="3082" y="275"/>
                    <a:pt x="0" y="1"/>
                  </a:cubicBezTo>
                  <a:close/>
                </a:path>
              </a:pathLst>
            </a:cu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099331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81"/>
            <p:cNvSpPr/>
            <p:nvPr/>
          </p:nvSpPr>
          <p:spPr>
            <a:xfrm>
              <a:off x="6664872" y="2853193"/>
              <a:ext cx="897950" cy="382604"/>
            </a:xfrm>
            <a:custGeom>
              <a:avLst/>
              <a:gdLst/>
              <a:ahLst/>
              <a:cxnLst/>
              <a:rect l="l" t="t" r="r" b="b"/>
              <a:pathLst>
                <a:path w="33965" h="14472" extrusionOk="0">
                  <a:moveTo>
                    <a:pt x="33964" y="0"/>
                  </a:moveTo>
                  <a:cubicBezTo>
                    <a:pt x="32184" y="525"/>
                    <a:pt x="30837" y="2032"/>
                    <a:pt x="30495" y="3881"/>
                  </a:cubicBezTo>
                  <a:cubicBezTo>
                    <a:pt x="30312" y="3835"/>
                    <a:pt x="30107" y="3812"/>
                    <a:pt x="29901" y="3812"/>
                  </a:cubicBezTo>
                  <a:cubicBezTo>
                    <a:pt x="28920" y="3812"/>
                    <a:pt x="28075" y="4383"/>
                    <a:pt x="27642" y="5205"/>
                  </a:cubicBezTo>
                  <a:cubicBezTo>
                    <a:pt x="27573" y="5205"/>
                    <a:pt x="27505" y="5182"/>
                    <a:pt x="27436" y="5182"/>
                  </a:cubicBezTo>
                  <a:cubicBezTo>
                    <a:pt x="25040" y="5182"/>
                    <a:pt x="23031" y="6871"/>
                    <a:pt x="22506" y="9108"/>
                  </a:cubicBezTo>
                  <a:cubicBezTo>
                    <a:pt x="22050" y="8697"/>
                    <a:pt x="21456" y="8423"/>
                    <a:pt x="20771" y="8423"/>
                  </a:cubicBezTo>
                  <a:cubicBezTo>
                    <a:pt x="20657" y="8423"/>
                    <a:pt x="20543" y="8446"/>
                    <a:pt x="20406" y="8446"/>
                  </a:cubicBezTo>
                  <a:cubicBezTo>
                    <a:pt x="19699" y="7350"/>
                    <a:pt x="18443" y="6597"/>
                    <a:pt x="17005" y="6597"/>
                  </a:cubicBezTo>
                  <a:cubicBezTo>
                    <a:pt x="15065" y="6597"/>
                    <a:pt x="13422" y="7989"/>
                    <a:pt x="13034" y="9815"/>
                  </a:cubicBezTo>
                  <a:lnTo>
                    <a:pt x="12760" y="9815"/>
                  </a:lnTo>
                  <a:cubicBezTo>
                    <a:pt x="11915" y="9815"/>
                    <a:pt x="11162" y="10226"/>
                    <a:pt x="10705" y="10865"/>
                  </a:cubicBezTo>
                  <a:cubicBezTo>
                    <a:pt x="10454" y="10021"/>
                    <a:pt x="9701" y="9382"/>
                    <a:pt x="8765" y="9382"/>
                  </a:cubicBezTo>
                  <a:cubicBezTo>
                    <a:pt x="8400" y="9382"/>
                    <a:pt x="8058" y="9496"/>
                    <a:pt x="7761" y="9678"/>
                  </a:cubicBezTo>
                  <a:cubicBezTo>
                    <a:pt x="7555" y="8537"/>
                    <a:pt x="6551" y="7670"/>
                    <a:pt x="5364" y="7670"/>
                  </a:cubicBezTo>
                  <a:cubicBezTo>
                    <a:pt x="4018" y="7670"/>
                    <a:pt x="2922" y="8765"/>
                    <a:pt x="2922" y="10112"/>
                  </a:cubicBezTo>
                  <a:cubicBezTo>
                    <a:pt x="2922" y="10203"/>
                    <a:pt x="2922" y="10295"/>
                    <a:pt x="2945" y="10386"/>
                  </a:cubicBezTo>
                  <a:cubicBezTo>
                    <a:pt x="1279" y="10637"/>
                    <a:pt x="0" y="12075"/>
                    <a:pt x="0" y="13810"/>
                  </a:cubicBezTo>
                  <a:cubicBezTo>
                    <a:pt x="0" y="13855"/>
                    <a:pt x="0" y="13924"/>
                    <a:pt x="0" y="13969"/>
                  </a:cubicBezTo>
                  <a:cubicBezTo>
                    <a:pt x="913" y="13148"/>
                    <a:pt x="2123" y="12646"/>
                    <a:pt x="3447" y="12646"/>
                  </a:cubicBezTo>
                  <a:cubicBezTo>
                    <a:pt x="3698" y="12646"/>
                    <a:pt x="3949" y="12668"/>
                    <a:pt x="4200" y="12714"/>
                  </a:cubicBezTo>
                  <a:cubicBezTo>
                    <a:pt x="4771" y="11596"/>
                    <a:pt x="5935" y="10820"/>
                    <a:pt x="7282" y="10820"/>
                  </a:cubicBezTo>
                  <a:cubicBezTo>
                    <a:pt x="8857" y="10820"/>
                    <a:pt x="10180" y="11869"/>
                    <a:pt x="10614" y="13307"/>
                  </a:cubicBezTo>
                  <a:cubicBezTo>
                    <a:pt x="11002" y="13171"/>
                    <a:pt x="11413" y="13079"/>
                    <a:pt x="11869" y="13079"/>
                  </a:cubicBezTo>
                  <a:cubicBezTo>
                    <a:pt x="12623" y="13079"/>
                    <a:pt x="13307" y="13307"/>
                    <a:pt x="13878" y="13718"/>
                  </a:cubicBezTo>
                  <a:cubicBezTo>
                    <a:pt x="14198" y="11801"/>
                    <a:pt x="15864" y="10340"/>
                    <a:pt x="17873" y="10340"/>
                  </a:cubicBezTo>
                  <a:cubicBezTo>
                    <a:pt x="20109" y="10340"/>
                    <a:pt x="21913" y="12121"/>
                    <a:pt x="21935" y="14335"/>
                  </a:cubicBezTo>
                  <a:cubicBezTo>
                    <a:pt x="22118" y="14289"/>
                    <a:pt x="22323" y="14266"/>
                    <a:pt x="22506" y="14266"/>
                  </a:cubicBezTo>
                  <a:cubicBezTo>
                    <a:pt x="22848" y="14266"/>
                    <a:pt x="23168" y="14335"/>
                    <a:pt x="23465" y="14472"/>
                  </a:cubicBezTo>
                  <a:cubicBezTo>
                    <a:pt x="23465" y="14426"/>
                    <a:pt x="23465" y="14403"/>
                    <a:pt x="23465" y="14357"/>
                  </a:cubicBezTo>
                  <a:cubicBezTo>
                    <a:pt x="23465" y="12440"/>
                    <a:pt x="25017" y="10888"/>
                    <a:pt x="26934" y="10888"/>
                  </a:cubicBezTo>
                  <a:cubicBezTo>
                    <a:pt x="27528" y="10888"/>
                    <a:pt x="28075" y="11025"/>
                    <a:pt x="28555" y="11276"/>
                  </a:cubicBezTo>
                  <a:cubicBezTo>
                    <a:pt x="29148" y="9199"/>
                    <a:pt x="31088" y="7670"/>
                    <a:pt x="33371" y="7670"/>
                  </a:cubicBezTo>
                  <a:cubicBezTo>
                    <a:pt x="33576" y="7670"/>
                    <a:pt x="33759" y="7692"/>
                    <a:pt x="33964" y="7715"/>
                  </a:cubicBezTo>
                  <a:lnTo>
                    <a:pt x="33964" y="0"/>
                  </a:lnTo>
                  <a:close/>
                </a:path>
              </a:pathLst>
            </a:custGeom>
            <a:gradFill>
              <a:gsLst>
                <a:gs pos="0">
                  <a:srgbClr val="81EEEB"/>
                </a:gs>
                <a:gs pos="100000">
                  <a:srgbClr val="3AE4DF"/>
                </a:gs>
              </a:gsLst>
              <a:lin ang="8099331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81"/>
            <p:cNvSpPr/>
            <p:nvPr/>
          </p:nvSpPr>
          <p:spPr>
            <a:xfrm>
              <a:off x="5628159" y="3111460"/>
              <a:ext cx="925709" cy="179246"/>
            </a:xfrm>
            <a:custGeom>
              <a:avLst/>
              <a:gdLst/>
              <a:ahLst/>
              <a:cxnLst/>
              <a:rect l="l" t="t" r="r" b="b"/>
              <a:pathLst>
                <a:path w="35015" h="6780" extrusionOk="0">
                  <a:moveTo>
                    <a:pt x="20954" y="1"/>
                  </a:moveTo>
                  <a:cubicBezTo>
                    <a:pt x="18169" y="1"/>
                    <a:pt x="15932" y="2260"/>
                    <a:pt x="15932" y="5045"/>
                  </a:cubicBezTo>
                  <a:cubicBezTo>
                    <a:pt x="15932" y="5136"/>
                    <a:pt x="15932" y="5250"/>
                    <a:pt x="15932" y="5365"/>
                  </a:cubicBezTo>
                  <a:cubicBezTo>
                    <a:pt x="15567" y="5365"/>
                    <a:pt x="15225" y="5433"/>
                    <a:pt x="14905" y="5570"/>
                  </a:cubicBezTo>
                  <a:cubicBezTo>
                    <a:pt x="14266" y="4680"/>
                    <a:pt x="13239" y="4109"/>
                    <a:pt x="12075" y="4109"/>
                  </a:cubicBezTo>
                  <a:cubicBezTo>
                    <a:pt x="11961" y="4109"/>
                    <a:pt x="11847" y="4109"/>
                    <a:pt x="11733" y="4132"/>
                  </a:cubicBezTo>
                  <a:cubicBezTo>
                    <a:pt x="10842" y="2625"/>
                    <a:pt x="9199" y="1644"/>
                    <a:pt x="7350" y="1644"/>
                  </a:cubicBezTo>
                  <a:cubicBezTo>
                    <a:pt x="6140" y="1644"/>
                    <a:pt x="5045" y="2055"/>
                    <a:pt x="4177" y="2740"/>
                  </a:cubicBezTo>
                  <a:cubicBezTo>
                    <a:pt x="3607" y="1621"/>
                    <a:pt x="2443" y="845"/>
                    <a:pt x="1096" y="845"/>
                  </a:cubicBezTo>
                  <a:cubicBezTo>
                    <a:pt x="708" y="845"/>
                    <a:pt x="343" y="914"/>
                    <a:pt x="0" y="1028"/>
                  </a:cubicBezTo>
                  <a:lnTo>
                    <a:pt x="0" y="3721"/>
                  </a:lnTo>
                  <a:cubicBezTo>
                    <a:pt x="0" y="5410"/>
                    <a:pt x="1370" y="6780"/>
                    <a:pt x="3036" y="6780"/>
                  </a:cubicBezTo>
                  <a:lnTo>
                    <a:pt x="34604" y="6780"/>
                  </a:lnTo>
                  <a:cubicBezTo>
                    <a:pt x="34718" y="6574"/>
                    <a:pt x="34786" y="6369"/>
                    <a:pt x="34855" y="6141"/>
                  </a:cubicBezTo>
                  <a:cubicBezTo>
                    <a:pt x="34946" y="5844"/>
                    <a:pt x="35014" y="5501"/>
                    <a:pt x="35014" y="5159"/>
                  </a:cubicBezTo>
                  <a:cubicBezTo>
                    <a:pt x="35014" y="3242"/>
                    <a:pt x="33440" y="1690"/>
                    <a:pt x="31545" y="1690"/>
                  </a:cubicBezTo>
                  <a:cubicBezTo>
                    <a:pt x="29947" y="1690"/>
                    <a:pt x="28601" y="2762"/>
                    <a:pt x="28190" y="4246"/>
                  </a:cubicBezTo>
                  <a:cubicBezTo>
                    <a:pt x="28121" y="4223"/>
                    <a:pt x="28053" y="4223"/>
                    <a:pt x="27961" y="4223"/>
                  </a:cubicBezTo>
                  <a:cubicBezTo>
                    <a:pt x="27163" y="4223"/>
                    <a:pt x="26455" y="4588"/>
                    <a:pt x="25998" y="5159"/>
                  </a:cubicBezTo>
                  <a:cubicBezTo>
                    <a:pt x="25998" y="5113"/>
                    <a:pt x="25998" y="5068"/>
                    <a:pt x="25998" y="5045"/>
                  </a:cubicBezTo>
                  <a:cubicBezTo>
                    <a:pt x="25998" y="2260"/>
                    <a:pt x="23739" y="1"/>
                    <a:pt x="20954" y="1"/>
                  </a:cubicBezTo>
                  <a:close/>
                </a:path>
              </a:pathLst>
            </a:custGeom>
            <a:gradFill>
              <a:gsLst>
                <a:gs pos="0">
                  <a:srgbClr val="5352EE"/>
                </a:gs>
                <a:gs pos="100000">
                  <a:srgbClr val="7882F3"/>
                </a:gs>
              </a:gsLst>
              <a:lin ang="108014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1" name="Google Shape;1831;p81"/>
            <p:cNvSpPr/>
            <p:nvPr/>
          </p:nvSpPr>
          <p:spPr>
            <a:xfrm>
              <a:off x="6624450" y="3055941"/>
              <a:ext cx="938373" cy="234765"/>
            </a:xfrm>
            <a:custGeom>
              <a:avLst/>
              <a:gdLst/>
              <a:ahLst/>
              <a:cxnLst/>
              <a:rect l="l" t="t" r="r" b="b"/>
              <a:pathLst>
                <a:path w="35494" h="8880" extrusionOk="0">
                  <a:moveTo>
                    <a:pt x="34900" y="1"/>
                  </a:moveTo>
                  <a:cubicBezTo>
                    <a:pt x="32617" y="1"/>
                    <a:pt x="30677" y="1530"/>
                    <a:pt x="30084" y="3607"/>
                  </a:cubicBezTo>
                  <a:cubicBezTo>
                    <a:pt x="29604" y="3356"/>
                    <a:pt x="29057" y="3219"/>
                    <a:pt x="28463" y="3219"/>
                  </a:cubicBezTo>
                  <a:cubicBezTo>
                    <a:pt x="26546" y="3219"/>
                    <a:pt x="24994" y="4771"/>
                    <a:pt x="24994" y="6688"/>
                  </a:cubicBezTo>
                  <a:cubicBezTo>
                    <a:pt x="24994" y="6734"/>
                    <a:pt x="24994" y="6757"/>
                    <a:pt x="24994" y="6803"/>
                  </a:cubicBezTo>
                  <a:cubicBezTo>
                    <a:pt x="24697" y="6666"/>
                    <a:pt x="24377" y="6597"/>
                    <a:pt x="24035" y="6597"/>
                  </a:cubicBezTo>
                  <a:cubicBezTo>
                    <a:pt x="23852" y="6597"/>
                    <a:pt x="23647" y="6620"/>
                    <a:pt x="23464" y="6666"/>
                  </a:cubicBezTo>
                  <a:cubicBezTo>
                    <a:pt x="23442" y="4452"/>
                    <a:pt x="21638" y="2671"/>
                    <a:pt x="19402" y="2671"/>
                  </a:cubicBezTo>
                  <a:cubicBezTo>
                    <a:pt x="17393" y="2671"/>
                    <a:pt x="15727" y="4132"/>
                    <a:pt x="15407" y="6049"/>
                  </a:cubicBezTo>
                  <a:cubicBezTo>
                    <a:pt x="14836" y="5638"/>
                    <a:pt x="14152" y="5410"/>
                    <a:pt x="13398" y="5410"/>
                  </a:cubicBezTo>
                  <a:cubicBezTo>
                    <a:pt x="12942" y="5410"/>
                    <a:pt x="12531" y="5502"/>
                    <a:pt x="12143" y="5638"/>
                  </a:cubicBezTo>
                  <a:cubicBezTo>
                    <a:pt x="11709" y="4200"/>
                    <a:pt x="10386" y="3151"/>
                    <a:pt x="8811" y="3151"/>
                  </a:cubicBezTo>
                  <a:cubicBezTo>
                    <a:pt x="7464" y="3151"/>
                    <a:pt x="6300" y="3927"/>
                    <a:pt x="5729" y="5045"/>
                  </a:cubicBezTo>
                  <a:cubicBezTo>
                    <a:pt x="5478" y="4999"/>
                    <a:pt x="5227" y="4977"/>
                    <a:pt x="4976" y="4977"/>
                  </a:cubicBezTo>
                  <a:cubicBezTo>
                    <a:pt x="3652" y="4977"/>
                    <a:pt x="2442" y="5479"/>
                    <a:pt x="1529" y="6300"/>
                  </a:cubicBezTo>
                  <a:cubicBezTo>
                    <a:pt x="799" y="6985"/>
                    <a:pt x="251" y="7875"/>
                    <a:pt x="0" y="8880"/>
                  </a:cubicBezTo>
                  <a:lnTo>
                    <a:pt x="32458" y="8880"/>
                  </a:lnTo>
                  <a:cubicBezTo>
                    <a:pt x="34124" y="8880"/>
                    <a:pt x="35493" y="7510"/>
                    <a:pt x="35493" y="5821"/>
                  </a:cubicBezTo>
                  <a:lnTo>
                    <a:pt x="35493" y="46"/>
                  </a:lnTo>
                  <a:cubicBezTo>
                    <a:pt x="35288" y="23"/>
                    <a:pt x="35105" y="1"/>
                    <a:pt x="34900" y="1"/>
                  </a:cubicBezTo>
                  <a:close/>
                </a:path>
              </a:pathLst>
            </a:custGeom>
            <a:gradFill>
              <a:gsLst>
                <a:gs pos="0">
                  <a:srgbClr val="5352EE"/>
                </a:gs>
                <a:gs pos="100000">
                  <a:srgbClr val="7882F3"/>
                </a:gs>
              </a:gsLst>
              <a:lin ang="10801400" scaled="0"/>
            </a:gra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2" name="Google Shape;1832;p81"/>
            <p:cNvSpPr/>
            <p:nvPr/>
          </p:nvSpPr>
          <p:spPr>
            <a:xfrm>
              <a:off x="6358913" y="3042062"/>
              <a:ext cx="473125" cy="385036"/>
            </a:xfrm>
            <a:custGeom>
              <a:avLst/>
              <a:gdLst/>
              <a:ahLst/>
              <a:cxnLst/>
              <a:rect l="l" t="t" r="r" b="b"/>
              <a:pathLst>
                <a:path w="17896" h="14564" extrusionOk="0">
                  <a:moveTo>
                    <a:pt x="8948" y="1"/>
                  </a:moveTo>
                  <a:cubicBezTo>
                    <a:pt x="1" y="3561"/>
                    <a:pt x="8948" y="14563"/>
                    <a:pt x="8948" y="14563"/>
                  </a:cubicBezTo>
                  <a:cubicBezTo>
                    <a:pt x="8948" y="14563"/>
                    <a:pt x="17896" y="3561"/>
                    <a:pt x="89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81"/>
            <p:cNvSpPr/>
            <p:nvPr/>
          </p:nvSpPr>
          <p:spPr>
            <a:xfrm>
              <a:off x="6416256" y="3042062"/>
              <a:ext cx="358466" cy="294514"/>
            </a:xfrm>
            <a:custGeom>
              <a:avLst/>
              <a:gdLst/>
              <a:ahLst/>
              <a:cxnLst/>
              <a:rect l="l" t="t" r="r" b="b"/>
              <a:pathLst>
                <a:path w="13559" h="11140" extrusionOk="0">
                  <a:moveTo>
                    <a:pt x="6779" y="1"/>
                  </a:moveTo>
                  <a:cubicBezTo>
                    <a:pt x="0" y="2717"/>
                    <a:pt x="6779" y="11139"/>
                    <a:pt x="6779" y="11139"/>
                  </a:cubicBezTo>
                  <a:cubicBezTo>
                    <a:pt x="6779" y="11139"/>
                    <a:pt x="13559" y="2717"/>
                    <a:pt x="67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4" name="Google Shape;1834;p81"/>
            <p:cNvSpPr/>
            <p:nvPr/>
          </p:nvSpPr>
          <p:spPr>
            <a:xfrm>
              <a:off x="6455462" y="3042062"/>
              <a:ext cx="279444" cy="222101"/>
            </a:xfrm>
            <a:custGeom>
              <a:avLst/>
              <a:gdLst/>
              <a:ahLst/>
              <a:cxnLst/>
              <a:rect l="l" t="t" r="r" b="b"/>
              <a:pathLst>
                <a:path w="10570" h="8401" extrusionOk="0">
                  <a:moveTo>
                    <a:pt x="5296" y="1"/>
                  </a:moveTo>
                  <a:cubicBezTo>
                    <a:pt x="1" y="2055"/>
                    <a:pt x="5296" y="8400"/>
                    <a:pt x="5296" y="8400"/>
                  </a:cubicBezTo>
                  <a:cubicBezTo>
                    <a:pt x="5296" y="8400"/>
                    <a:pt x="10569" y="2055"/>
                    <a:pt x="52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81"/>
            <p:cNvSpPr/>
            <p:nvPr/>
          </p:nvSpPr>
          <p:spPr>
            <a:xfrm>
              <a:off x="6048142" y="2518284"/>
              <a:ext cx="374778" cy="636060"/>
            </a:xfrm>
            <a:custGeom>
              <a:avLst/>
              <a:gdLst/>
              <a:ahLst/>
              <a:cxnLst/>
              <a:rect l="l" t="t" r="r" b="b"/>
              <a:pathLst>
                <a:path w="14176" h="24059" extrusionOk="0">
                  <a:moveTo>
                    <a:pt x="11573" y="0"/>
                  </a:moveTo>
                  <a:lnTo>
                    <a:pt x="937" y="14951"/>
                  </a:lnTo>
                  <a:cubicBezTo>
                    <a:pt x="229" y="15727"/>
                    <a:pt x="1" y="16845"/>
                    <a:pt x="389" y="17850"/>
                  </a:cubicBezTo>
                  <a:lnTo>
                    <a:pt x="2694" y="24058"/>
                  </a:lnTo>
                  <a:lnTo>
                    <a:pt x="3402" y="21570"/>
                  </a:lnTo>
                  <a:cubicBezTo>
                    <a:pt x="3607" y="20908"/>
                    <a:pt x="4087" y="20360"/>
                    <a:pt x="4726" y="20109"/>
                  </a:cubicBezTo>
                  <a:lnTo>
                    <a:pt x="14175" y="16457"/>
                  </a:lnTo>
                  <a:lnTo>
                    <a:pt x="1157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81"/>
            <p:cNvSpPr/>
            <p:nvPr/>
          </p:nvSpPr>
          <p:spPr>
            <a:xfrm>
              <a:off x="6768057" y="2518284"/>
              <a:ext cx="374752" cy="636060"/>
            </a:xfrm>
            <a:custGeom>
              <a:avLst/>
              <a:gdLst/>
              <a:ahLst/>
              <a:cxnLst/>
              <a:rect l="l" t="t" r="r" b="b"/>
              <a:pathLst>
                <a:path w="14175" h="24059" extrusionOk="0">
                  <a:moveTo>
                    <a:pt x="2603" y="0"/>
                  </a:moveTo>
                  <a:lnTo>
                    <a:pt x="0" y="16457"/>
                  </a:lnTo>
                  <a:lnTo>
                    <a:pt x="9450" y="20109"/>
                  </a:lnTo>
                  <a:cubicBezTo>
                    <a:pt x="10089" y="20360"/>
                    <a:pt x="10569" y="20908"/>
                    <a:pt x="10774" y="21570"/>
                  </a:cubicBezTo>
                  <a:lnTo>
                    <a:pt x="11482" y="24058"/>
                  </a:lnTo>
                  <a:lnTo>
                    <a:pt x="13787" y="17850"/>
                  </a:lnTo>
                  <a:cubicBezTo>
                    <a:pt x="14175" y="16845"/>
                    <a:pt x="13947" y="15727"/>
                    <a:pt x="13239" y="14951"/>
                  </a:cubicBezTo>
                  <a:lnTo>
                    <a:pt x="26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81"/>
            <p:cNvSpPr/>
            <p:nvPr/>
          </p:nvSpPr>
          <p:spPr>
            <a:xfrm>
              <a:off x="6168829" y="1522600"/>
              <a:ext cx="853297" cy="1520103"/>
            </a:xfrm>
            <a:custGeom>
              <a:avLst/>
              <a:gdLst/>
              <a:ahLst/>
              <a:cxnLst/>
              <a:rect l="l" t="t" r="r" b="b"/>
              <a:pathLst>
                <a:path w="32276" h="57498" extrusionOk="0">
                  <a:moveTo>
                    <a:pt x="8926" y="55398"/>
                  </a:moveTo>
                  <a:cubicBezTo>
                    <a:pt x="10455" y="56311"/>
                    <a:pt x="13057" y="57497"/>
                    <a:pt x="16138" y="57497"/>
                  </a:cubicBezTo>
                  <a:lnTo>
                    <a:pt x="16138" y="57497"/>
                  </a:lnTo>
                  <a:cubicBezTo>
                    <a:pt x="19220" y="57497"/>
                    <a:pt x="21822" y="56311"/>
                    <a:pt x="23351" y="55398"/>
                  </a:cubicBezTo>
                  <a:lnTo>
                    <a:pt x="23351" y="55398"/>
                  </a:lnTo>
                  <a:cubicBezTo>
                    <a:pt x="32276" y="15362"/>
                    <a:pt x="16138" y="1"/>
                    <a:pt x="16138" y="1"/>
                  </a:cubicBezTo>
                  <a:lnTo>
                    <a:pt x="16138" y="1"/>
                  </a:lnTo>
                  <a:cubicBezTo>
                    <a:pt x="16138" y="1"/>
                    <a:pt x="1" y="15362"/>
                    <a:pt x="8926" y="5539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81"/>
            <p:cNvSpPr/>
            <p:nvPr/>
          </p:nvSpPr>
          <p:spPr>
            <a:xfrm>
              <a:off x="6335384" y="2479051"/>
              <a:ext cx="520211" cy="168988"/>
            </a:xfrm>
            <a:custGeom>
              <a:avLst/>
              <a:gdLst/>
              <a:ahLst/>
              <a:cxnLst/>
              <a:rect l="l" t="t" r="r" b="b"/>
              <a:pathLst>
                <a:path w="19677" h="6392" extrusionOk="0">
                  <a:moveTo>
                    <a:pt x="1" y="1"/>
                  </a:moveTo>
                  <a:lnTo>
                    <a:pt x="1" y="1"/>
                  </a:lnTo>
                  <a:cubicBezTo>
                    <a:pt x="46" y="1302"/>
                    <a:pt x="138" y="2626"/>
                    <a:pt x="252" y="3972"/>
                  </a:cubicBezTo>
                  <a:cubicBezTo>
                    <a:pt x="2626" y="5182"/>
                    <a:pt x="6004" y="6392"/>
                    <a:pt x="9838" y="6392"/>
                  </a:cubicBezTo>
                  <a:cubicBezTo>
                    <a:pt x="13673" y="6392"/>
                    <a:pt x="17028" y="5182"/>
                    <a:pt x="19425" y="3972"/>
                  </a:cubicBezTo>
                  <a:cubicBezTo>
                    <a:pt x="19539" y="2626"/>
                    <a:pt x="19630" y="1302"/>
                    <a:pt x="19676" y="1"/>
                  </a:cubicBezTo>
                  <a:lnTo>
                    <a:pt x="19676" y="1"/>
                  </a:lnTo>
                  <a:cubicBezTo>
                    <a:pt x="17211" y="1233"/>
                    <a:pt x="13764" y="2466"/>
                    <a:pt x="9838" y="2466"/>
                  </a:cubicBezTo>
                  <a:cubicBezTo>
                    <a:pt x="5912" y="2466"/>
                    <a:pt x="2466" y="1233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81"/>
            <p:cNvSpPr/>
            <p:nvPr/>
          </p:nvSpPr>
          <p:spPr>
            <a:xfrm>
              <a:off x="6427121" y="2999233"/>
              <a:ext cx="336734" cy="113470"/>
            </a:xfrm>
            <a:custGeom>
              <a:avLst/>
              <a:gdLst/>
              <a:ahLst/>
              <a:cxnLst/>
              <a:rect l="l" t="t" r="r" b="b"/>
              <a:pathLst>
                <a:path w="12737" h="4292" extrusionOk="0">
                  <a:moveTo>
                    <a:pt x="0" y="0"/>
                  </a:moveTo>
                  <a:cubicBezTo>
                    <a:pt x="160" y="730"/>
                    <a:pt x="320" y="1461"/>
                    <a:pt x="502" y="2191"/>
                  </a:cubicBezTo>
                  <a:cubicBezTo>
                    <a:pt x="502" y="2191"/>
                    <a:pt x="3013" y="4291"/>
                    <a:pt x="6368" y="4291"/>
                  </a:cubicBezTo>
                  <a:cubicBezTo>
                    <a:pt x="9724" y="4291"/>
                    <a:pt x="12235" y="2191"/>
                    <a:pt x="12235" y="2191"/>
                  </a:cubicBezTo>
                  <a:cubicBezTo>
                    <a:pt x="12417" y="1461"/>
                    <a:pt x="12577" y="730"/>
                    <a:pt x="12737" y="0"/>
                  </a:cubicBezTo>
                  <a:lnTo>
                    <a:pt x="12737" y="0"/>
                  </a:lnTo>
                  <a:cubicBezTo>
                    <a:pt x="11185" y="822"/>
                    <a:pt x="8948" y="1643"/>
                    <a:pt x="6368" y="1643"/>
                  </a:cubicBezTo>
                  <a:cubicBezTo>
                    <a:pt x="3789" y="1643"/>
                    <a:pt x="1552" y="82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81"/>
            <p:cNvSpPr/>
            <p:nvPr/>
          </p:nvSpPr>
          <p:spPr>
            <a:xfrm>
              <a:off x="6401768" y="1522600"/>
              <a:ext cx="387442" cy="394077"/>
            </a:xfrm>
            <a:custGeom>
              <a:avLst/>
              <a:gdLst/>
              <a:ahLst/>
              <a:cxnLst/>
              <a:rect l="l" t="t" r="r" b="b"/>
              <a:pathLst>
                <a:path w="14655" h="14906" extrusionOk="0">
                  <a:moveTo>
                    <a:pt x="7327" y="1"/>
                  </a:moveTo>
                  <a:cubicBezTo>
                    <a:pt x="7327" y="1"/>
                    <a:pt x="2945" y="4178"/>
                    <a:pt x="0" y="13856"/>
                  </a:cubicBezTo>
                  <a:cubicBezTo>
                    <a:pt x="2237" y="14540"/>
                    <a:pt x="4702" y="14906"/>
                    <a:pt x="7327" y="14906"/>
                  </a:cubicBezTo>
                  <a:cubicBezTo>
                    <a:pt x="9952" y="14906"/>
                    <a:pt x="12417" y="14540"/>
                    <a:pt x="14654" y="13856"/>
                  </a:cubicBezTo>
                  <a:cubicBezTo>
                    <a:pt x="11710" y="4178"/>
                    <a:pt x="7327" y="1"/>
                    <a:pt x="73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81"/>
            <p:cNvSpPr/>
            <p:nvPr/>
          </p:nvSpPr>
          <p:spPr>
            <a:xfrm>
              <a:off x="6434947" y="2151386"/>
              <a:ext cx="321057" cy="321057"/>
            </a:xfrm>
            <a:custGeom>
              <a:avLst/>
              <a:gdLst/>
              <a:ahLst/>
              <a:cxnLst/>
              <a:rect l="l" t="t" r="r" b="b"/>
              <a:pathLst>
                <a:path w="12144" h="12144" extrusionOk="0">
                  <a:moveTo>
                    <a:pt x="6072" y="1"/>
                  </a:moveTo>
                  <a:cubicBezTo>
                    <a:pt x="2717" y="1"/>
                    <a:pt x="1" y="2717"/>
                    <a:pt x="1" y="6072"/>
                  </a:cubicBezTo>
                  <a:cubicBezTo>
                    <a:pt x="1" y="9427"/>
                    <a:pt x="2717" y="12144"/>
                    <a:pt x="6072" y="12144"/>
                  </a:cubicBezTo>
                  <a:cubicBezTo>
                    <a:pt x="9428" y="12144"/>
                    <a:pt x="12144" y="9427"/>
                    <a:pt x="12144" y="6072"/>
                  </a:cubicBezTo>
                  <a:cubicBezTo>
                    <a:pt x="12144" y="2717"/>
                    <a:pt x="9428" y="1"/>
                    <a:pt x="607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81"/>
            <p:cNvSpPr/>
            <p:nvPr/>
          </p:nvSpPr>
          <p:spPr>
            <a:xfrm>
              <a:off x="6475396" y="2191809"/>
              <a:ext cx="240185" cy="240211"/>
            </a:xfrm>
            <a:custGeom>
              <a:avLst/>
              <a:gdLst/>
              <a:ahLst/>
              <a:cxnLst/>
              <a:rect l="l" t="t" r="r" b="b"/>
              <a:pathLst>
                <a:path w="9085" h="9086" extrusionOk="0">
                  <a:moveTo>
                    <a:pt x="4542" y="1"/>
                  </a:moveTo>
                  <a:cubicBezTo>
                    <a:pt x="2032" y="1"/>
                    <a:pt x="0" y="2032"/>
                    <a:pt x="0" y="4543"/>
                  </a:cubicBezTo>
                  <a:cubicBezTo>
                    <a:pt x="0" y="7054"/>
                    <a:pt x="2032" y="9085"/>
                    <a:pt x="4542" y="9085"/>
                  </a:cubicBezTo>
                  <a:cubicBezTo>
                    <a:pt x="7053" y="9085"/>
                    <a:pt x="9085" y="7054"/>
                    <a:pt x="9085" y="4543"/>
                  </a:cubicBezTo>
                  <a:cubicBezTo>
                    <a:pt x="9085" y="2032"/>
                    <a:pt x="7053" y="1"/>
                    <a:pt x="45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81"/>
            <p:cNvSpPr/>
            <p:nvPr/>
          </p:nvSpPr>
          <p:spPr>
            <a:xfrm>
              <a:off x="6521238" y="1949828"/>
              <a:ext cx="148473" cy="148473"/>
            </a:xfrm>
            <a:custGeom>
              <a:avLst/>
              <a:gdLst/>
              <a:ahLst/>
              <a:cxnLst/>
              <a:rect l="l" t="t" r="r" b="b"/>
              <a:pathLst>
                <a:path w="5616" h="5616" extrusionOk="0">
                  <a:moveTo>
                    <a:pt x="2808" y="1"/>
                  </a:moveTo>
                  <a:cubicBezTo>
                    <a:pt x="1256" y="1"/>
                    <a:pt x="1" y="1256"/>
                    <a:pt x="1" y="2808"/>
                  </a:cubicBezTo>
                  <a:cubicBezTo>
                    <a:pt x="1" y="4361"/>
                    <a:pt x="1256" y="5616"/>
                    <a:pt x="2808" y="5616"/>
                  </a:cubicBezTo>
                  <a:cubicBezTo>
                    <a:pt x="4361" y="5616"/>
                    <a:pt x="5616" y="4361"/>
                    <a:pt x="5616" y="2808"/>
                  </a:cubicBezTo>
                  <a:cubicBezTo>
                    <a:pt x="5616" y="1256"/>
                    <a:pt x="4361" y="1"/>
                    <a:pt x="280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81"/>
            <p:cNvSpPr/>
            <p:nvPr/>
          </p:nvSpPr>
          <p:spPr>
            <a:xfrm>
              <a:off x="6543578" y="1972168"/>
              <a:ext cx="103820" cy="103820"/>
            </a:xfrm>
            <a:custGeom>
              <a:avLst/>
              <a:gdLst/>
              <a:ahLst/>
              <a:cxnLst/>
              <a:rect l="l" t="t" r="r" b="b"/>
              <a:pathLst>
                <a:path w="3927" h="3927" extrusionOk="0">
                  <a:moveTo>
                    <a:pt x="1963" y="0"/>
                  </a:moveTo>
                  <a:cubicBezTo>
                    <a:pt x="868" y="0"/>
                    <a:pt x="0" y="891"/>
                    <a:pt x="0" y="1963"/>
                  </a:cubicBezTo>
                  <a:cubicBezTo>
                    <a:pt x="0" y="3059"/>
                    <a:pt x="868" y="3926"/>
                    <a:pt x="1963" y="3926"/>
                  </a:cubicBezTo>
                  <a:cubicBezTo>
                    <a:pt x="3059" y="3926"/>
                    <a:pt x="3926" y="3059"/>
                    <a:pt x="3926" y="1963"/>
                  </a:cubicBezTo>
                  <a:cubicBezTo>
                    <a:pt x="3926" y="891"/>
                    <a:pt x="3059" y="0"/>
                    <a:pt x="19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81"/>
            <p:cNvSpPr/>
            <p:nvPr/>
          </p:nvSpPr>
          <p:spPr>
            <a:xfrm>
              <a:off x="6565891" y="2518284"/>
              <a:ext cx="59167" cy="636060"/>
            </a:xfrm>
            <a:custGeom>
              <a:avLst/>
              <a:gdLst/>
              <a:ahLst/>
              <a:cxnLst/>
              <a:rect l="l" t="t" r="r" b="b"/>
              <a:pathLst>
                <a:path w="2238" h="24059" extrusionOk="0">
                  <a:moveTo>
                    <a:pt x="1119" y="0"/>
                  </a:moveTo>
                  <a:lnTo>
                    <a:pt x="572" y="3242"/>
                  </a:lnTo>
                  <a:cubicBezTo>
                    <a:pt x="572" y="3310"/>
                    <a:pt x="572" y="3356"/>
                    <a:pt x="572" y="3424"/>
                  </a:cubicBezTo>
                  <a:lnTo>
                    <a:pt x="1" y="14220"/>
                  </a:lnTo>
                  <a:cubicBezTo>
                    <a:pt x="1" y="14289"/>
                    <a:pt x="1" y="14357"/>
                    <a:pt x="1" y="14426"/>
                  </a:cubicBezTo>
                  <a:lnTo>
                    <a:pt x="549" y="21433"/>
                  </a:lnTo>
                  <a:cubicBezTo>
                    <a:pt x="572" y="21502"/>
                    <a:pt x="572" y="21570"/>
                    <a:pt x="594" y="21639"/>
                  </a:cubicBezTo>
                  <a:lnTo>
                    <a:pt x="1119" y="24058"/>
                  </a:lnTo>
                  <a:lnTo>
                    <a:pt x="1644" y="21639"/>
                  </a:lnTo>
                  <a:cubicBezTo>
                    <a:pt x="1667" y="21570"/>
                    <a:pt x="1667" y="21502"/>
                    <a:pt x="1667" y="21433"/>
                  </a:cubicBezTo>
                  <a:lnTo>
                    <a:pt x="2238" y="14426"/>
                  </a:lnTo>
                  <a:cubicBezTo>
                    <a:pt x="2238" y="14357"/>
                    <a:pt x="2238" y="14289"/>
                    <a:pt x="2238" y="14220"/>
                  </a:cubicBezTo>
                  <a:lnTo>
                    <a:pt x="1667" y="3424"/>
                  </a:lnTo>
                  <a:cubicBezTo>
                    <a:pt x="1667" y="3356"/>
                    <a:pt x="1667" y="3310"/>
                    <a:pt x="1667" y="3242"/>
                  </a:cubicBezTo>
                  <a:lnTo>
                    <a:pt x="111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  <a:effectLst>
              <a:outerShdw blurRad="57150" dist="19050" dir="5400000" algn="bl" rotWithShape="0">
                <a:schemeClr val="dk1">
                  <a:alpha val="19000"/>
                </a:schemeClr>
              </a:outerShdw>
              <a:reflection stA="9000" endPos="30000" dist="38100" dir="5400000" fadeDir="5400012" sy="-100000" algn="bl" rotWithShape="0"/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46" name="Google Shape;1846;p81"/>
            <p:cNvGrpSpPr/>
            <p:nvPr/>
          </p:nvGrpSpPr>
          <p:grpSpPr>
            <a:xfrm>
              <a:off x="7462516" y="1661750"/>
              <a:ext cx="585734" cy="436542"/>
              <a:chOff x="3239266" y="1631625"/>
              <a:chExt cx="585734" cy="436542"/>
            </a:xfrm>
          </p:grpSpPr>
          <p:sp>
            <p:nvSpPr>
              <p:cNvPr id="1847" name="Google Shape;1847;p81"/>
              <p:cNvSpPr/>
              <p:nvPr/>
            </p:nvSpPr>
            <p:spPr>
              <a:xfrm>
                <a:off x="3472832" y="1715382"/>
                <a:ext cx="352169" cy="352785"/>
              </a:xfrm>
              <a:custGeom>
                <a:avLst/>
                <a:gdLst/>
                <a:ahLst/>
                <a:cxnLst/>
                <a:rect l="l" t="t" r="r" b="b"/>
                <a:pathLst>
                  <a:path w="13148" h="13171" extrusionOk="0">
                    <a:moveTo>
                      <a:pt x="7784" y="7966"/>
                    </a:moveTo>
                    <a:cubicBezTo>
                      <a:pt x="7030" y="8651"/>
                      <a:pt x="5866" y="8560"/>
                      <a:pt x="5181" y="7806"/>
                    </a:cubicBezTo>
                    <a:cubicBezTo>
                      <a:pt x="4519" y="7030"/>
                      <a:pt x="4588" y="5866"/>
                      <a:pt x="5364" y="5182"/>
                    </a:cubicBezTo>
                    <a:cubicBezTo>
                      <a:pt x="6117" y="4520"/>
                      <a:pt x="7281" y="4588"/>
                      <a:pt x="7966" y="5364"/>
                    </a:cubicBezTo>
                    <a:cubicBezTo>
                      <a:pt x="8628" y="6140"/>
                      <a:pt x="8560" y="7304"/>
                      <a:pt x="7784" y="7966"/>
                    </a:cubicBezTo>
                    <a:close/>
                    <a:moveTo>
                      <a:pt x="10500" y="10066"/>
                    </a:moveTo>
                    <a:lnTo>
                      <a:pt x="12189" y="10272"/>
                    </a:lnTo>
                    <a:lnTo>
                      <a:pt x="12919" y="8788"/>
                    </a:lnTo>
                    <a:lnTo>
                      <a:pt x="11732" y="7555"/>
                    </a:lnTo>
                    <a:lnTo>
                      <a:pt x="11824" y="6277"/>
                    </a:lnTo>
                    <a:lnTo>
                      <a:pt x="13147" y="5204"/>
                    </a:lnTo>
                    <a:lnTo>
                      <a:pt x="12622" y="3652"/>
                    </a:lnTo>
                    <a:lnTo>
                      <a:pt x="10911" y="3629"/>
                    </a:lnTo>
                    <a:lnTo>
                      <a:pt x="10066" y="2671"/>
                    </a:lnTo>
                    <a:lnTo>
                      <a:pt x="10271" y="959"/>
                    </a:lnTo>
                    <a:lnTo>
                      <a:pt x="8788" y="228"/>
                    </a:lnTo>
                    <a:lnTo>
                      <a:pt x="7555" y="1415"/>
                    </a:lnTo>
                    <a:lnTo>
                      <a:pt x="6277" y="1347"/>
                    </a:lnTo>
                    <a:lnTo>
                      <a:pt x="5204" y="0"/>
                    </a:lnTo>
                    <a:lnTo>
                      <a:pt x="3652" y="525"/>
                    </a:lnTo>
                    <a:lnTo>
                      <a:pt x="3629" y="2237"/>
                    </a:lnTo>
                    <a:lnTo>
                      <a:pt x="2648" y="3082"/>
                    </a:lnTo>
                    <a:lnTo>
                      <a:pt x="959" y="2899"/>
                    </a:lnTo>
                    <a:lnTo>
                      <a:pt x="228" y="4360"/>
                    </a:lnTo>
                    <a:lnTo>
                      <a:pt x="1415" y="5592"/>
                    </a:lnTo>
                    <a:lnTo>
                      <a:pt x="1347" y="6871"/>
                    </a:lnTo>
                    <a:lnTo>
                      <a:pt x="0" y="7943"/>
                    </a:lnTo>
                    <a:lnTo>
                      <a:pt x="525" y="9495"/>
                    </a:lnTo>
                    <a:lnTo>
                      <a:pt x="2237" y="9518"/>
                    </a:lnTo>
                    <a:lnTo>
                      <a:pt x="3081" y="10500"/>
                    </a:lnTo>
                    <a:lnTo>
                      <a:pt x="2876" y="12212"/>
                    </a:lnTo>
                    <a:lnTo>
                      <a:pt x="4360" y="12919"/>
                    </a:lnTo>
                    <a:lnTo>
                      <a:pt x="5592" y="11732"/>
                    </a:lnTo>
                    <a:lnTo>
                      <a:pt x="6870" y="11824"/>
                    </a:lnTo>
                    <a:lnTo>
                      <a:pt x="7943" y="13170"/>
                    </a:lnTo>
                    <a:lnTo>
                      <a:pt x="9495" y="12645"/>
                    </a:lnTo>
                    <a:lnTo>
                      <a:pt x="9518" y="1091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9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Google Shape;1848;p81"/>
              <p:cNvSpPr/>
              <p:nvPr/>
            </p:nvSpPr>
            <p:spPr>
              <a:xfrm>
                <a:off x="3239266" y="1631625"/>
                <a:ext cx="259868" cy="259841"/>
              </a:xfrm>
              <a:custGeom>
                <a:avLst/>
                <a:gdLst/>
                <a:ahLst/>
                <a:cxnLst/>
                <a:rect l="l" t="t" r="r" b="b"/>
                <a:pathLst>
                  <a:path w="9702" h="9701" extrusionOk="0">
                    <a:moveTo>
                      <a:pt x="5319" y="6094"/>
                    </a:moveTo>
                    <a:cubicBezTo>
                      <a:pt x="4612" y="6346"/>
                      <a:pt x="3858" y="5980"/>
                      <a:pt x="3607" y="5296"/>
                    </a:cubicBezTo>
                    <a:cubicBezTo>
                      <a:pt x="3356" y="4588"/>
                      <a:pt x="3721" y="3835"/>
                      <a:pt x="4406" y="3584"/>
                    </a:cubicBezTo>
                    <a:cubicBezTo>
                      <a:pt x="5114" y="3333"/>
                      <a:pt x="5867" y="3698"/>
                      <a:pt x="6118" y="4383"/>
                    </a:cubicBezTo>
                    <a:cubicBezTo>
                      <a:pt x="6369" y="5090"/>
                      <a:pt x="6004" y="5843"/>
                      <a:pt x="5319" y="6094"/>
                    </a:cubicBezTo>
                    <a:close/>
                    <a:moveTo>
                      <a:pt x="6575" y="8240"/>
                    </a:moveTo>
                    <a:lnTo>
                      <a:pt x="7670" y="8811"/>
                    </a:lnTo>
                    <a:lnTo>
                      <a:pt x="8537" y="8035"/>
                    </a:lnTo>
                    <a:lnTo>
                      <a:pt x="8058" y="6871"/>
                    </a:lnTo>
                    <a:lnTo>
                      <a:pt x="8469" y="6026"/>
                    </a:lnTo>
                    <a:lnTo>
                      <a:pt x="9656" y="5684"/>
                    </a:lnTo>
                    <a:lnTo>
                      <a:pt x="9702" y="4497"/>
                    </a:lnTo>
                    <a:lnTo>
                      <a:pt x="8560" y="4017"/>
                    </a:lnTo>
                    <a:lnTo>
                      <a:pt x="8241" y="3127"/>
                    </a:lnTo>
                    <a:lnTo>
                      <a:pt x="8834" y="2032"/>
                    </a:lnTo>
                    <a:lnTo>
                      <a:pt x="8035" y="1164"/>
                    </a:lnTo>
                    <a:lnTo>
                      <a:pt x="6894" y="1644"/>
                    </a:lnTo>
                    <a:lnTo>
                      <a:pt x="6050" y="1233"/>
                    </a:lnTo>
                    <a:lnTo>
                      <a:pt x="5684" y="46"/>
                    </a:lnTo>
                    <a:lnTo>
                      <a:pt x="4497" y="0"/>
                    </a:lnTo>
                    <a:lnTo>
                      <a:pt x="4041" y="1141"/>
                    </a:lnTo>
                    <a:lnTo>
                      <a:pt x="3151" y="1461"/>
                    </a:lnTo>
                    <a:lnTo>
                      <a:pt x="2055" y="867"/>
                    </a:lnTo>
                    <a:lnTo>
                      <a:pt x="1188" y="1666"/>
                    </a:lnTo>
                    <a:lnTo>
                      <a:pt x="1644" y="2808"/>
                    </a:lnTo>
                    <a:lnTo>
                      <a:pt x="1256" y="3652"/>
                    </a:lnTo>
                    <a:lnTo>
                      <a:pt x="69" y="4017"/>
                    </a:lnTo>
                    <a:lnTo>
                      <a:pt x="1" y="5204"/>
                    </a:lnTo>
                    <a:lnTo>
                      <a:pt x="1165" y="5661"/>
                    </a:lnTo>
                    <a:lnTo>
                      <a:pt x="1462" y="6551"/>
                    </a:lnTo>
                    <a:lnTo>
                      <a:pt x="891" y="7647"/>
                    </a:lnTo>
                    <a:lnTo>
                      <a:pt x="1690" y="8537"/>
                    </a:lnTo>
                    <a:lnTo>
                      <a:pt x="2831" y="8057"/>
                    </a:lnTo>
                    <a:lnTo>
                      <a:pt x="3676" y="8445"/>
                    </a:lnTo>
                    <a:lnTo>
                      <a:pt x="4018" y="9632"/>
                    </a:lnTo>
                    <a:lnTo>
                      <a:pt x="5205" y="9701"/>
                    </a:lnTo>
                    <a:lnTo>
                      <a:pt x="5684" y="856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19000"/>
                  </a:schemeClr>
                </a:outerShdw>
                <a:reflection stA="10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9" name="Google Shape;1849;p81"/>
            <p:cNvGrpSpPr/>
            <p:nvPr/>
          </p:nvGrpSpPr>
          <p:grpSpPr>
            <a:xfrm>
              <a:off x="7254372" y="2843193"/>
              <a:ext cx="739744" cy="1028624"/>
              <a:chOff x="8161500" y="2897475"/>
              <a:chExt cx="1020900" cy="1419575"/>
            </a:xfrm>
          </p:grpSpPr>
          <p:sp>
            <p:nvSpPr>
              <p:cNvPr id="1850" name="Google Shape;1850;p81"/>
              <p:cNvSpPr/>
              <p:nvPr/>
            </p:nvSpPr>
            <p:spPr>
              <a:xfrm>
                <a:off x="8424000" y="2897475"/>
                <a:ext cx="758400" cy="758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214313" dist="19050" dir="5400000" algn="bl" rotWithShape="0">
                  <a:schemeClr val="dk1">
                    <a:alpha val="3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Google Shape;1851;p81"/>
              <p:cNvSpPr/>
              <p:nvPr/>
            </p:nvSpPr>
            <p:spPr>
              <a:xfrm>
                <a:off x="8877600" y="3669350"/>
                <a:ext cx="138900" cy="1389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6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52" name="Google Shape;1852;p81"/>
              <p:cNvGrpSpPr/>
              <p:nvPr/>
            </p:nvGrpSpPr>
            <p:grpSpPr>
              <a:xfrm>
                <a:off x="8662225" y="3048175"/>
                <a:ext cx="281950" cy="894600"/>
                <a:chOff x="9961275" y="3048175"/>
                <a:chExt cx="281950" cy="894600"/>
              </a:xfrm>
            </p:grpSpPr>
            <p:cxnSp>
              <p:nvCxnSpPr>
                <p:cNvPr id="1853" name="Google Shape;1853;p81"/>
                <p:cNvCxnSpPr/>
                <p:nvPr/>
              </p:nvCxnSpPr>
              <p:spPr>
                <a:xfrm>
                  <a:off x="10097400" y="3048175"/>
                  <a:ext cx="0" cy="894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7150" dist="19050" dir="5400000" algn="bl" rotWithShape="0">
                    <a:schemeClr val="dk1">
                      <a:alpha val="28000"/>
                    </a:schemeClr>
                  </a:outerShdw>
                </a:effectLst>
              </p:spPr>
            </p:cxnSp>
            <p:cxnSp>
              <p:nvCxnSpPr>
                <p:cNvPr id="1854" name="Google Shape;1854;p81"/>
                <p:cNvCxnSpPr/>
                <p:nvPr/>
              </p:nvCxnSpPr>
              <p:spPr>
                <a:xfrm>
                  <a:off x="9961275" y="3354450"/>
                  <a:ext cx="131400" cy="1314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7150" dist="19050" dir="5400000" algn="bl" rotWithShape="0">
                    <a:schemeClr val="dk1">
                      <a:alpha val="28000"/>
                    </a:schemeClr>
                  </a:outerShdw>
                </a:effectLst>
              </p:spPr>
            </p:cxnSp>
            <p:cxnSp>
              <p:nvCxnSpPr>
                <p:cNvPr id="1855" name="Google Shape;1855;p81"/>
                <p:cNvCxnSpPr/>
                <p:nvPr/>
              </p:nvCxnSpPr>
              <p:spPr>
                <a:xfrm flipH="1">
                  <a:off x="10102175" y="3150275"/>
                  <a:ext cx="111900" cy="1119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7150" dist="19050" dir="5400000" algn="bl" rotWithShape="0">
                    <a:schemeClr val="dk1">
                      <a:alpha val="28000"/>
                    </a:schemeClr>
                  </a:outerShdw>
                </a:effectLst>
              </p:spPr>
            </p:cxnSp>
            <p:cxnSp>
              <p:nvCxnSpPr>
                <p:cNvPr id="1856" name="Google Shape;1856;p81"/>
                <p:cNvCxnSpPr/>
                <p:nvPr/>
              </p:nvCxnSpPr>
              <p:spPr>
                <a:xfrm flipH="1">
                  <a:off x="10092625" y="3753100"/>
                  <a:ext cx="150600" cy="1506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>
                  <a:outerShdw blurRad="57150" dist="19050" dir="5400000" algn="bl" rotWithShape="0">
                    <a:schemeClr val="dk1">
                      <a:alpha val="28000"/>
                    </a:schemeClr>
                  </a:outerShdw>
                </a:effectLst>
              </p:spPr>
            </p:cxnSp>
          </p:grpSp>
          <p:sp>
            <p:nvSpPr>
              <p:cNvPr id="1857" name="Google Shape;1857;p81"/>
              <p:cNvSpPr/>
              <p:nvPr/>
            </p:nvSpPr>
            <p:spPr>
              <a:xfrm>
                <a:off x="8586863" y="3937850"/>
                <a:ext cx="432675" cy="379200"/>
              </a:xfrm>
              <a:custGeom>
                <a:avLst/>
                <a:gdLst/>
                <a:ahLst/>
                <a:cxnLst/>
                <a:rect l="l" t="t" r="r" b="b"/>
                <a:pathLst>
                  <a:path w="17307" h="15168" extrusionOk="0">
                    <a:moveTo>
                      <a:pt x="0" y="0"/>
                    </a:moveTo>
                    <a:lnTo>
                      <a:pt x="17307" y="0"/>
                    </a:lnTo>
                    <a:lnTo>
                      <a:pt x="15362" y="15168"/>
                    </a:lnTo>
                    <a:lnTo>
                      <a:pt x="1556" y="15168"/>
                    </a:ln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  <a:effectLst>
                <a:outerShdw blurRad="328613" dist="19050" dir="5400000" algn="bl" rotWithShape="0">
                  <a:schemeClr val="dk1">
                    <a:alpha val="24000"/>
                  </a:schemeClr>
                </a:outerShdw>
              </a:effec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858" name="Google Shape;1858;p81"/>
              <p:cNvGrpSpPr/>
              <p:nvPr/>
            </p:nvGrpSpPr>
            <p:grpSpPr>
              <a:xfrm>
                <a:off x="8161500" y="3500302"/>
                <a:ext cx="525000" cy="298200"/>
                <a:chOff x="10048800" y="3500302"/>
                <a:chExt cx="525000" cy="298200"/>
              </a:xfrm>
            </p:grpSpPr>
            <p:sp>
              <p:nvSpPr>
                <p:cNvPr id="1859" name="Google Shape;1859;p81"/>
                <p:cNvSpPr/>
                <p:nvPr/>
              </p:nvSpPr>
              <p:spPr>
                <a:xfrm>
                  <a:off x="10048800" y="3500302"/>
                  <a:ext cx="525000" cy="298200"/>
                </a:xfrm>
                <a:prstGeom prst="wedgeRoundRectCallout">
                  <a:avLst>
                    <a:gd name="adj1" fmla="val 31681"/>
                    <a:gd name="adj2" fmla="val 70641"/>
                    <a:gd name="adj3" fmla="val 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0" name="Google Shape;1860;p81"/>
                <p:cNvSpPr/>
                <p:nvPr/>
              </p:nvSpPr>
              <p:spPr>
                <a:xfrm>
                  <a:off x="10111975" y="3601931"/>
                  <a:ext cx="78600" cy="78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1" name="Google Shape;1861;p81"/>
                <p:cNvSpPr/>
                <p:nvPr/>
              </p:nvSpPr>
              <p:spPr>
                <a:xfrm>
                  <a:off x="10271953" y="3601931"/>
                  <a:ext cx="78600" cy="78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62" name="Google Shape;1862;p81"/>
                <p:cNvSpPr/>
                <p:nvPr/>
              </p:nvSpPr>
              <p:spPr>
                <a:xfrm>
                  <a:off x="10431932" y="3601931"/>
                  <a:ext cx="78600" cy="78600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  <a:effectLst>
                  <a:outerShdw blurRad="57150" dist="19050" dir="5400000" algn="bl" rotWithShape="0">
                    <a:schemeClr val="dk1">
                      <a:alpha val="50000"/>
                    </a:schemeClr>
                  </a:outerShdw>
                </a:effectLst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1863" name="Google Shape;1863;p81"/>
            <p:cNvGrpSpPr/>
            <p:nvPr/>
          </p:nvGrpSpPr>
          <p:grpSpPr>
            <a:xfrm>
              <a:off x="5189344" y="1893305"/>
              <a:ext cx="690094" cy="334300"/>
              <a:chOff x="7743719" y="3368155"/>
              <a:chExt cx="690094" cy="334300"/>
            </a:xfrm>
          </p:grpSpPr>
          <p:sp>
            <p:nvSpPr>
              <p:cNvPr id="1864" name="Google Shape;1864;p81"/>
              <p:cNvSpPr/>
              <p:nvPr/>
            </p:nvSpPr>
            <p:spPr>
              <a:xfrm>
                <a:off x="7743719" y="3368155"/>
                <a:ext cx="690094" cy="334300"/>
              </a:xfrm>
              <a:custGeom>
                <a:avLst/>
                <a:gdLst/>
                <a:ahLst/>
                <a:cxnLst/>
                <a:rect l="l" t="t" r="r" b="b"/>
                <a:pathLst>
                  <a:path w="59943" h="29038" extrusionOk="0">
                    <a:moveTo>
                      <a:pt x="14520" y="1"/>
                    </a:moveTo>
                    <a:cubicBezTo>
                      <a:pt x="6504" y="1"/>
                      <a:pt x="1" y="6503"/>
                      <a:pt x="1" y="14519"/>
                    </a:cubicBezTo>
                    <a:cubicBezTo>
                      <a:pt x="1" y="22535"/>
                      <a:pt x="6504" y="29038"/>
                      <a:pt x="14520" y="29038"/>
                    </a:cubicBezTo>
                    <a:lnTo>
                      <a:pt x="45424" y="29038"/>
                    </a:lnTo>
                    <a:cubicBezTo>
                      <a:pt x="53440" y="29038"/>
                      <a:pt x="59942" y="22535"/>
                      <a:pt x="59942" y="14519"/>
                    </a:cubicBezTo>
                    <a:cubicBezTo>
                      <a:pt x="59942" y="6503"/>
                      <a:pt x="53440" y="1"/>
                      <a:pt x="4542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7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Google Shape;1865;p81"/>
              <p:cNvSpPr/>
              <p:nvPr/>
            </p:nvSpPr>
            <p:spPr>
              <a:xfrm>
                <a:off x="7893827" y="3451176"/>
                <a:ext cx="158067" cy="150284"/>
              </a:xfrm>
              <a:custGeom>
                <a:avLst/>
                <a:gdLst/>
                <a:ahLst/>
                <a:cxnLst/>
                <a:rect l="l" t="t" r="r" b="b"/>
                <a:pathLst>
                  <a:path w="13730" h="13054" extrusionOk="0">
                    <a:moveTo>
                      <a:pt x="6858" y="1"/>
                    </a:moveTo>
                    <a:lnTo>
                      <a:pt x="4748" y="4297"/>
                    </a:lnTo>
                    <a:lnTo>
                      <a:pt x="1" y="4990"/>
                    </a:lnTo>
                    <a:lnTo>
                      <a:pt x="3429" y="8338"/>
                    </a:lnTo>
                    <a:lnTo>
                      <a:pt x="2624" y="13054"/>
                    </a:lnTo>
                    <a:lnTo>
                      <a:pt x="6858" y="10832"/>
                    </a:lnTo>
                    <a:lnTo>
                      <a:pt x="11107" y="13054"/>
                    </a:lnTo>
                    <a:lnTo>
                      <a:pt x="10302" y="8338"/>
                    </a:lnTo>
                    <a:lnTo>
                      <a:pt x="13730" y="4990"/>
                    </a:lnTo>
                    <a:lnTo>
                      <a:pt x="8982" y="4297"/>
                    </a:lnTo>
                    <a:lnTo>
                      <a:pt x="685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7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Google Shape;1866;p81"/>
              <p:cNvSpPr/>
              <p:nvPr/>
            </p:nvSpPr>
            <p:spPr>
              <a:xfrm>
                <a:off x="8125655" y="3451176"/>
                <a:ext cx="158078" cy="150284"/>
              </a:xfrm>
              <a:custGeom>
                <a:avLst/>
                <a:gdLst/>
                <a:ahLst/>
                <a:cxnLst/>
                <a:rect l="l" t="t" r="r" b="b"/>
                <a:pathLst>
                  <a:path w="13731" h="13054" extrusionOk="0">
                    <a:moveTo>
                      <a:pt x="6857" y="1"/>
                    </a:moveTo>
                    <a:lnTo>
                      <a:pt x="4732" y="4297"/>
                    </a:lnTo>
                    <a:lnTo>
                      <a:pt x="0" y="4990"/>
                    </a:lnTo>
                    <a:lnTo>
                      <a:pt x="3429" y="8338"/>
                    </a:lnTo>
                    <a:lnTo>
                      <a:pt x="2624" y="13054"/>
                    </a:lnTo>
                    <a:lnTo>
                      <a:pt x="2624" y="13054"/>
                    </a:lnTo>
                    <a:lnTo>
                      <a:pt x="6857" y="10832"/>
                    </a:lnTo>
                    <a:lnTo>
                      <a:pt x="11106" y="13054"/>
                    </a:lnTo>
                    <a:lnTo>
                      <a:pt x="10286" y="8338"/>
                    </a:lnTo>
                    <a:lnTo>
                      <a:pt x="13731" y="4990"/>
                    </a:lnTo>
                    <a:lnTo>
                      <a:pt x="8982" y="4297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22000"/>
                  </a:schemeClr>
                </a:outerShdw>
                <a:reflection stA="7000" endPos="30000" dist="38100" dir="5400000" fadeDir="5400012" sy="-100000" algn="bl" rotWithShape="0"/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7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CILESIA  BOX-SHADOW</a:t>
            </a:r>
            <a:endParaRPr dirty="0"/>
          </a:p>
        </p:txBody>
      </p:sp>
      <p:sp>
        <p:nvSpPr>
          <p:cNvPr id="1370" name="Google Shape;1370;p73"/>
          <p:cNvSpPr/>
          <p:nvPr/>
        </p:nvSpPr>
        <p:spPr>
          <a:xfrm rot="5400000">
            <a:off x="62012" y="2453696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1" name="Google Shape;1371;p73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2" name="Google Shape;1372;p73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3" name="Google Shape;1373;p73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4" name="Google Shape;1374;p73"/>
          <p:cNvSpPr/>
          <p:nvPr/>
        </p:nvSpPr>
        <p:spPr>
          <a:xfrm>
            <a:off x="1014413" y="1239087"/>
            <a:ext cx="6813336" cy="3204326"/>
          </a:xfrm>
          <a:prstGeom prst="roundRect">
            <a:avLst>
              <a:gd name="adj" fmla="val 8547"/>
            </a:avLst>
          </a:prstGeom>
          <a:solidFill>
            <a:schemeClr val="accent6"/>
          </a:solidFill>
          <a:ln>
            <a:noFill/>
          </a:ln>
          <a:effectLst>
            <a:reflection stA="8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5" name="Google Shape;1375;p73"/>
          <p:cNvGrpSpPr/>
          <p:nvPr/>
        </p:nvGrpSpPr>
        <p:grpSpPr>
          <a:xfrm>
            <a:off x="1220502" y="1339099"/>
            <a:ext cx="3472942" cy="186433"/>
            <a:chOff x="3569131" y="3296864"/>
            <a:chExt cx="2721600" cy="146100"/>
          </a:xfrm>
        </p:grpSpPr>
        <p:sp>
          <p:nvSpPr>
            <p:cNvPr id="1376" name="Google Shape;1376;p73"/>
            <p:cNvSpPr/>
            <p:nvPr/>
          </p:nvSpPr>
          <p:spPr>
            <a:xfrm>
              <a:off x="3569131" y="3296864"/>
              <a:ext cx="27216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77" name="Google Shape;1377;p73"/>
            <p:cNvGrpSpPr/>
            <p:nvPr/>
          </p:nvGrpSpPr>
          <p:grpSpPr>
            <a:xfrm rot="10800000" flipH="1">
              <a:off x="3595847" y="3322949"/>
              <a:ext cx="429322" cy="93999"/>
              <a:chOff x="5795037" y="809024"/>
              <a:chExt cx="431653" cy="94500"/>
            </a:xfrm>
          </p:grpSpPr>
          <p:sp>
            <p:nvSpPr>
              <p:cNvPr id="1378" name="Google Shape;1378;p73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73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73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34529BE-0416-B5BC-04C9-B9CEE4CAD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561" y="1696715"/>
            <a:ext cx="6324600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050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7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RGBA</a:t>
            </a:r>
            <a:endParaRPr dirty="0"/>
          </a:p>
        </p:txBody>
      </p:sp>
      <p:sp>
        <p:nvSpPr>
          <p:cNvPr id="1370" name="Google Shape;1370;p73"/>
          <p:cNvSpPr/>
          <p:nvPr/>
        </p:nvSpPr>
        <p:spPr>
          <a:xfrm rot="5400000">
            <a:off x="62012" y="2453696"/>
            <a:ext cx="963600" cy="2361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1" name="Google Shape;1371;p73">
            <a:hlinkClick r:id="" action="ppaction://hlinkshowjump?jump=previousslide"/>
          </p:cNvPr>
          <p:cNvSpPr/>
          <p:nvPr/>
        </p:nvSpPr>
        <p:spPr>
          <a:xfrm>
            <a:off x="465662" y="2271250"/>
            <a:ext cx="156300" cy="135300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2" name="Google Shape;1372;p73">
            <a:hlinkClick r:id="" action="ppaction://hlinkshowjump?jump=nextslide"/>
          </p:cNvPr>
          <p:cNvSpPr/>
          <p:nvPr/>
        </p:nvSpPr>
        <p:spPr>
          <a:xfrm rot="10800000" flipH="1">
            <a:off x="465315" y="2737050"/>
            <a:ext cx="157200" cy="135600"/>
          </a:xfrm>
          <a:prstGeom prst="triangle">
            <a:avLst>
              <a:gd name="adj" fmla="val 50000"/>
            </a:avLst>
          </a:prstGeom>
          <a:solidFill>
            <a:schemeClr val="accent3"/>
          </a:solidFill>
          <a:ln>
            <a:noFill/>
          </a:ln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3" name="Google Shape;1373;p73">
            <a:hlinkClick r:id="rId3" action="ppaction://hlinksldjump"/>
          </p:cNvPr>
          <p:cNvSpPr/>
          <p:nvPr/>
        </p:nvSpPr>
        <p:spPr>
          <a:xfrm rot="5400000">
            <a:off x="465301" y="2493168"/>
            <a:ext cx="157103" cy="157157"/>
          </a:xfrm>
          <a:custGeom>
            <a:avLst/>
            <a:gdLst/>
            <a:ahLst/>
            <a:cxnLst/>
            <a:rect l="l" t="t" r="r" b="b"/>
            <a:pathLst>
              <a:path w="21411" h="21411" extrusionOk="0">
                <a:moveTo>
                  <a:pt x="10568" y="6574"/>
                </a:moveTo>
                <a:cubicBezTo>
                  <a:pt x="12851" y="6574"/>
                  <a:pt x="14563" y="8560"/>
                  <a:pt x="14563" y="10842"/>
                </a:cubicBezTo>
                <a:cubicBezTo>
                  <a:pt x="14563" y="12851"/>
                  <a:pt x="12851" y="14837"/>
                  <a:pt x="10568" y="14837"/>
                </a:cubicBezTo>
                <a:cubicBezTo>
                  <a:pt x="8286" y="14837"/>
                  <a:pt x="6574" y="12851"/>
                  <a:pt x="6574" y="10842"/>
                </a:cubicBezTo>
                <a:cubicBezTo>
                  <a:pt x="6574" y="8560"/>
                  <a:pt x="8286" y="6574"/>
                  <a:pt x="10568" y="6574"/>
                </a:cubicBezTo>
                <a:close/>
                <a:moveTo>
                  <a:pt x="8560" y="0"/>
                </a:moveTo>
                <a:lnTo>
                  <a:pt x="8560" y="2009"/>
                </a:lnTo>
                <a:cubicBezTo>
                  <a:pt x="7715" y="2283"/>
                  <a:pt x="6848" y="2580"/>
                  <a:pt x="6003" y="3150"/>
                </a:cubicBezTo>
                <a:lnTo>
                  <a:pt x="4565" y="1712"/>
                </a:lnTo>
                <a:lnTo>
                  <a:pt x="1712" y="4565"/>
                </a:lnTo>
                <a:lnTo>
                  <a:pt x="3150" y="6277"/>
                </a:lnTo>
                <a:cubicBezTo>
                  <a:pt x="2580" y="6848"/>
                  <a:pt x="2283" y="7715"/>
                  <a:pt x="2009" y="8560"/>
                </a:cubicBezTo>
                <a:lnTo>
                  <a:pt x="0" y="8560"/>
                </a:lnTo>
                <a:lnTo>
                  <a:pt x="0" y="12851"/>
                </a:lnTo>
                <a:lnTo>
                  <a:pt x="2009" y="12851"/>
                </a:lnTo>
                <a:cubicBezTo>
                  <a:pt x="2283" y="13695"/>
                  <a:pt x="2580" y="14563"/>
                  <a:pt x="3150" y="15407"/>
                </a:cubicBezTo>
                <a:lnTo>
                  <a:pt x="1712" y="16845"/>
                </a:lnTo>
                <a:lnTo>
                  <a:pt x="4565" y="19698"/>
                </a:lnTo>
                <a:lnTo>
                  <a:pt x="6003" y="18260"/>
                </a:lnTo>
                <a:cubicBezTo>
                  <a:pt x="6848" y="18831"/>
                  <a:pt x="7715" y="19128"/>
                  <a:pt x="8560" y="19402"/>
                </a:cubicBezTo>
                <a:lnTo>
                  <a:pt x="8560" y="21410"/>
                </a:lnTo>
                <a:lnTo>
                  <a:pt x="12554" y="21410"/>
                </a:lnTo>
                <a:lnTo>
                  <a:pt x="12851" y="19402"/>
                </a:lnTo>
                <a:cubicBezTo>
                  <a:pt x="13696" y="19128"/>
                  <a:pt x="14563" y="18831"/>
                  <a:pt x="15134" y="18260"/>
                </a:cubicBezTo>
                <a:lnTo>
                  <a:pt x="16845" y="19698"/>
                </a:lnTo>
                <a:lnTo>
                  <a:pt x="19699" y="16845"/>
                </a:lnTo>
                <a:lnTo>
                  <a:pt x="18261" y="15407"/>
                </a:lnTo>
                <a:cubicBezTo>
                  <a:pt x="18831" y="14563"/>
                  <a:pt x="19128" y="13695"/>
                  <a:pt x="19128" y="12851"/>
                </a:cubicBezTo>
                <a:lnTo>
                  <a:pt x="21410" y="12851"/>
                </a:lnTo>
                <a:lnTo>
                  <a:pt x="21410" y="8560"/>
                </a:lnTo>
                <a:lnTo>
                  <a:pt x="19128" y="8560"/>
                </a:lnTo>
                <a:cubicBezTo>
                  <a:pt x="19128" y="7715"/>
                  <a:pt x="18831" y="6848"/>
                  <a:pt x="18261" y="6277"/>
                </a:cubicBezTo>
                <a:lnTo>
                  <a:pt x="19699" y="4565"/>
                </a:lnTo>
                <a:lnTo>
                  <a:pt x="16845" y="1712"/>
                </a:lnTo>
                <a:lnTo>
                  <a:pt x="15134" y="3150"/>
                </a:lnTo>
                <a:cubicBezTo>
                  <a:pt x="14563" y="2580"/>
                  <a:pt x="13696" y="2283"/>
                  <a:pt x="12851" y="2009"/>
                </a:cubicBezTo>
                <a:lnTo>
                  <a:pt x="1255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chemeClr val="dk1">
                <a:alpha val="52000"/>
              </a:schemeClr>
            </a:outerShdw>
            <a:reflection stA="4000" endPos="54000" dist="47625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4" name="Google Shape;1374;p73"/>
          <p:cNvSpPr/>
          <p:nvPr/>
        </p:nvSpPr>
        <p:spPr>
          <a:xfrm>
            <a:off x="1014413" y="1239087"/>
            <a:ext cx="6813336" cy="3204326"/>
          </a:xfrm>
          <a:prstGeom prst="roundRect">
            <a:avLst>
              <a:gd name="adj" fmla="val 8547"/>
            </a:avLst>
          </a:prstGeom>
          <a:solidFill>
            <a:schemeClr val="accent6"/>
          </a:solidFill>
          <a:ln>
            <a:noFill/>
          </a:ln>
          <a:effectLst>
            <a:reflection stA="8000"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5" name="Google Shape;1375;p73"/>
          <p:cNvGrpSpPr/>
          <p:nvPr/>
        </p:nvGrpSpPr>
        <p:grpSpPr>
          <a:xfrm>
            <a:off x="1220502" y="1339099"/>
            <a:ext cx="3472942" cy="186433"/>
            <a:chOff x="3569131" y="3296864"/>
            <a:chExt cx="2721600" cy="146100"/>
          </a:xfrm>
        </p:grpSpPr>
        <p:sp>
          <p:nvSpPr>
            <p:cNvPr id="1376" name="Google Shape;1376;p73"/>
            <p:cNvSpPr/>
            <p:nvPr/>
          </p:nvSpPr>
          <p:spPr>
            <a:xfrm>
              <a:off x="3569131" y="3296864"/>
              <a:ext cx="2721600" cy="1461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77" name="Google Shape;1377;p73"/>
            <p:cNvGrpSpPr/>
            <p:nvPr/>
          </p:nvGrpSpPr>
          <p:grpSpPr>
            <a:xfrm rot="10800000" flipH="1">
              <a:off x="3595847" y="3322949"/>
              <a:ext cx="429322" cy="93999"/>
              <a:chOff x="5795037" y="809024"/>
              <a:chExt cx="431653" cy="94500"/>
            </a:xfrm>
          </p:grpSpPr>
          <p:sp>
            <p:nvSpPr>
              <p:cNvPr id="1378" name="Google Shape;1378;p73"/>
              <p:cNvSpPr/>
              <p:nvPr/>
            </p:nvSpPr>
            <p:spPr>
              <a:xfrm>
                <a:off x="5795037" y="809024"/>
                <a:ext cx="94500" cy="94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73"/>
              <p:cNvSpPr/>
              <p:nvPr/>
            </p:nvSpPr>
            <p:spPr>
              <a:xfrm>
                <a:off x="5963614" y="809024"/>
                <a:ext cx="94500" cy="94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73"/>
              <p:cNvSpPr/>
              <p:nvPr/>
            </p:nvSpPr>
            <p:spPr>
              <a:xfrm>
                <a:off x="6132190" y="809024"/>
                <a:ext cx="94500" cy="94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  <a:effectLst>
                <a:outerShdw blurRad="57150" dist="19050" dir="5400000" algn="bl" rotWithShape="0">
                  <a:srgbClr val="5352EE">
                    <a:alpha val="50000"/>
                  </a:srgb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EFDA9B1-4C5F-ACDF-B1B8-327BFC48B9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561" y="1746894"/>
            <a:ext cx="6324600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753385"/>
      </p:ext>
    </p:extLst>
  </p:cSld>
  <p:clrMapOvr>
    <a:masterClrMapping/>
  </p:clrMapOvr>
</p:sld>
</file>

<file path=ppt/theme/theme1.xml><?xml version="1.0" encoding="utf-8"?>
<a:theme xmlns:a="http://schemas.openxmlformats.org/drawingml/2006/main" name="Multi-Business Company Website by Slidesgo">
  <a:themeElements>
    <a:clrScheme name="Simple Light">
      <a:dk1>
        <a:srgbClr val="5352EE"/>
      </a:dk1>
      <a:lt1>
        <a:srgbClr val="F1F0FF"/>
      </a:lt1>
      <a:dk2>
        <a:srgbClr val="9EA6FF"/>
      </a:dk2>
      <a:lt2>
        <a:srgbClr val="7882F3"/>
      </a:lt2>
      <a:accent1>
        <a:srgbClr val="D2D6FF"/>
      </a:accent1>
      <a:accent2>
        <a:srgbClr val="A1C3FF"/>
      </a:accent2>
      <a:accent3>
        <a:srgbClr val="FFC3D0"/>
      </a:accent3>
      <a:accent4>
        <a:srgbClr val="81EEEB"/>
      </a:accent4>
      <a:accent5>
        <a:srgbClr val="3AE4DF"/>
      </a:accent5>
      <a:accent6>
        <a:srgbClr val="FFFFFF"/>
      </a:accent6>
      <a:hlink>
        <a:srgbClr val="F1F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89</Words>
  <Application>Microsoft Office PowerPoint</Application>
  <PresentationFormat>On-screen Show (16:9)</PresentationFormat>
  <Paragraphs>22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Montserrat</vt:lpstr>
      <vt:lpstr>Arial</vt:lpstr>
      <vt:lpstr>Darker Grotesque</vt:lpstr>
      <vt:lpstr>Darker Grotesque Medium</vt:lpstr>
      <vt:lpstr>Multi-Business Company Website by Slidesgo</vt:lpstr>
      <vt:lpstr>HOVERS, TRANSITIONS, SHADOWS </vt:lpstr>
      <vt:lpstr>PowerPoint Presentation</vt:lpstr>
      <vt:lpstr>HOVERS</vt:lpstr>
      <vt:lpstr>CFARE ESHTE HOVER?</vt:lpstr>
      <vt:lpstr>HOVER-PSEUDOCLASS</vt:lpstr>
      <vt:lpstr>ACTIVE-PSEUDOCLASS</vt:lpstr>
      <vt:lpstr>CILESIA OPACITY</vt:lpstr>
      <vt:lpstr>TRANSITIONS</vt:lpstr>
      <vt:lpstr>CILESIA TRANSITION</vt:lpstr>
      <vt:lpstr>Tranzicione te shumefishta</vt:lpstr>
      <vt:lpstr>KUJDES! Transition duhet te aplikohet ne klasen kryesore.</vt:lpstr>
      <vt:lpstr>SHADOWS</vt:lpstr>
      <vt:lpstr>CILESIA  BOX-SHADOW</vt:lpstr>
      <vt:lpstr>RGBA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HOVERS, TRANSITIONS, SHADOWS </dc:title>
  <cp:lastModifiedBy>Sabian Zhupa</cp:lastModifiedBy>
  <cp:revision>7</cp:revision>
  <dcterms:modified xsi:type="dcterms:W3CDTF">2023-10-28T21:03:53Z</dcterms:modified>
</cp:coreProperties>
</file>